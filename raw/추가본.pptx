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4" r:id="rId3"/>
    <p:sldId id="288" r:id="rId4"/>
    <p:sldId id="292" r:id="rId5"/>
    <p:sldId id="286" r:id="rId6"/>
    <p:sldId id="289" r:id="rId7"/>
    <p:sldId id="259" r:id="rId8"/>
    <p:sldId id="282" r:id="rId9"/>
    <p:sldId id="283" r:id="rId10"/>
    <p:sldId id="291" r:id="rId11"/>
    <p:sldId id="293" r:id="rId12"/>
    <p:sldId id="294" r:id="rId13"/>
    <p:sldId id="285" r:id="rId14"/>
    <p:sldId id="290" r:id="rId15"/>
    <p:sldId id="287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60"/>
  </p:normalViewPr>
  <p:slideViewPr>
    <p:cSldViewPr snapToGrid="0">
      <p:cViewPr varScale="1">
        <p:scale>
          <a:sx n="60" d="100"/>
          <a:sy n="60" d="100"/>
        </p:scale>
        <p:origin x="72" y="8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76775E-A82A-4A8A-BB5E-4406391BE5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48164CB-4E2D-4869-9101-846982F08A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247069-CB30-4B5E-AAFB-B92592507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DA6B3-EB64-4026-9DDB-0CFDC9D1404F}" type="datetimeFigureOut">
              <a:rPr lang="ko-KR" altLang="en-US" smtClean="0"/>
              <a:t>2026-08-01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3737BD-0316-401F-BEF1-BE28660EB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5333F9C-F2AA-4D0C-B6C6-EB91770A2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F1261-4428-45A0-B14C-B7C72C9960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19702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46AEFF-64A0-48E0-8D28-105F1DE1B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88C307-9172-4A9A-9205-BD24EB6562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9FE4B97-A680-402F-93BF-7F22E56FF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DA6B3-EB64-4026-9DDB-0CFDC9D1404F}" type="datetimeFigureOut">
              <a:rPr lang="ko-KR" altLang="en-US" smtClean="0"/>
              <a:t>2026-08-01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64B489C-7DA1-48EF-B50C-6AEAB3E43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A5DACB-9F7D-4679-8CC2-599FED56F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F1261-4428-45A0-B14C-B7C72C9960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76426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AE1B35-8B30-430B-AACB-CC6F7798D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59002C-D20C-40EC-8C12-990FBC50D0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C56F168-EE4F-41A0-9D6A-8BFC6374B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DA6B3-EB64-4026-9DDB-0CFDC9D1404F}" type="datetimeFigureOut">
              <a:rPr lang="ko-KR" altLang="en-US" smtClean="0"/>
              <a:t>2026-08-01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FF96DB7-D6F3-4CB0-B568-3FF570150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E33FD92-65C7-4C0A-8530-16A32ECBE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F1261-4428-45A0-B14C-B7C72C9960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85299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9D2759-A368-4D76-A562-E7C20BF09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2757770-3FB2-4B10-9469-EA5343EB65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AC112AD-6173-49DB-85B5-B7231733B7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CA72729-C450-49D2-9007-0DD6D7E89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DA6B3-EB64-4026-9DDB-0CFDC9D1404F}" type="datetimeFigureOut">
              <a:rPr lang="ko-KR" altLang="en-US" smtClean="0"/>
              <a:t>2026-08-01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31E8096-1B18-416D-BA50-502FF1D18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CF00F82-38BF-4D12-90FE-5E2B39841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F1261-4428-45A0-B14C-B7C72C9960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68782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F898EE-09DF-4C92-A34B-FD2A1EA67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A5FD3BE-0353-459F-98FF-FF5053E2DF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CDE451A-D149-4EE5-BEA3-07E6C31C23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8F54ECA-02D2-41F5-83ED-D72F55A094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08C5D3F-6984-48B5-8F4C-A924C21588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B629225-3323-4DC4-9435-713406BBC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DA6B3-EB64-4026-9DDB-0CFDC9D1404F}" type="datetimeFigureOut">
              <a:rPr lang="ko-KR" altLang="en-US" smtClean="0"/>
              <a:t>2026-08-01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FE687CD-9568-42B5-BC02-07317013F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B13C394-B356-46C5-83C5-11242582E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F1261-4428-45A0-B14C-B7C72C9960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70403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804204-6041-46A1-8A4B-ECCF97959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23E27F7-024A-48B4-9340-3E37FA762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DA6B3-EB64-4026-9DDB-0CFDC9D1404F}" type="datetimeFigureOut">
              <a:rPr lang="ko-KR" altLang="en-US" smtClean="0"/>
              <a:t>2026-08-01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4A31BFE-5B8D-476B-BCCC-AEA733ED3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4C930F0-B7CB-4F64-B3D3-103C7C36B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F1261-4428-45A0-B14C-B7C72C9960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1004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809FC3F-11A2-4DEE-A816-FD724FF4C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DA6B3-EB64-4026-9DDB-0CFDC9D1404F}" type="datetimeFigureOut">
              <a:rPr lang="ko-KR" altLang="en-US" smtClean="0"/>
              <a:t>2026-08-01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D395B15-7892-49E2-BDEE-CA2A29244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8F614DF-FB97-44BF-B465-F32DABBF7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F1261-4428-45A0-B14C-B7C72C9960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2589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2A9781-F2AA-4174-8755-2AE81593EF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1FB03F-083B-4415-980A-6A003F122A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D465939-1C66-415B-B6F1-79798833EC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C453595-285D-42EF-82AD-AE16DA440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DA6B3-EB64-4026-9DDB-0CFDC9D1404F}" type="datetimeFigureOut">
              <a:rPr lang="ko-KR" altLang="en-US" smtClean="0"/>
              <a:t>2026-08-01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68BCD69-AE1C-4B02-AB62-E1669A7B8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724582A-590A-455D-83C5-5D180193B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F1261-4428-45A0-B14C-B7C72C9960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1964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C11A36-BE80-4055-AF81-4481DC5E8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0C79D65-ACB8-46BF-B8B5-460CD632CA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F184B05-1A59-4392-A58D-D62D7CF604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4DC4667-D7D8-4569-89BE-204015D4F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DA6B3-EB64-4026-9DDB-0CFDC9D1404F}" type="datetimeFigureOut">
              <a:rPr lang="ko-KR" altLang="en-US" smtClean="0"/>
              <a:t>2026-08-01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C933FFC-A910-48E7-A9A4-D0D1EBAA8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01F0B62-A520-4142-8041-01516E187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F1261-4428-45A0-B14C-B7C72C9960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8599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E4FBBC-40E8-4319-A506-8D51BE9F1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007EB0C-C85B-4185-AA76-962421145F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7F8E738-BA14-4F51-AC72-615664429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DA6B3-EB64-4026-9DDB-0CFDC9D1404F}" type="datetimeFigureOut">
              <a:rPr lang="ko-KR" altLang="en-US" smtClean="0"/>
              <a:t>2026-08-01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E83DE6F-77A2-44BB-9FB1-79876936B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8A85738-B705-4DD5-AE7A-BE33DCB82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F1261-4428-45A0-B14C-B7C72C9960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65044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B67C872-9384-4C77-9A46-CDFB3F6344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7737C61-6B63-44D5-A068-A569F4FA3E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FC2BBDC-8FD2-475B-83C5-A77914986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DA6B3-EB64-4026-9DDB-0CFDC9D1404F}" type="datetimeFigureOut">
              <a:rPr lang="ko-KR" altLang="en-US" smtClean="0"/>
              <a:t>2026-08-01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EF92CCA-A32E-4E78-8AEC-9FACE4AC4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E610EF-4E87-4C9C-AE5C-6461CD0B5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F1261-4428-45A0-B14C-B7C72C9960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51983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99550B5-ACDF-4585-8B01-14ABCA397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D342294-4140-41CE-A98B-645E6D77D9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1F19615-477F-4E72-B01C-3D4E844A2D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4DA6B3-EB64-4026-9DDB-0CFDC9D1404F}" type="datetimeFigureOut">
              <a:rPr lang="ko-KR" altLang="en-US" smtClean="0"/>
              <a:t>2026-08-01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AB5265A-304A-41CA-B30B-5A3CF77D34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A0E3BC5-755C-4043-A76F-EDF2503AFB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F1261-4428-45A0-B14C-B7C72C9960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60992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9.png"/><Relationship Id="rId5" Type="http://schemas.openxmlformats.org/officeDocument/2006/relationships/image" Target="../media/image5.png"/><Relationship Id="rId10" Type="http://schemas.openxmlformats.org/officeDocument/2006/relationships/image" Target="../media/image8.png"/><Relationship Id="rId4" Type="http://schemas.openxmlformats.org/officeDocument/2006/relationships/image" Target="../media/image4.png"/><Relationship Id="rId9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B0A859-A42B-46E9-9002-69A80F7E24C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err="1"/>
              <a:t>추가본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7015A42-80F3-4BBE-AAE3-FC55A3BE597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45101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28212D-2131-49C2-BCFF-7C983C79C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추가 사항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BAC816B-21B8-4339-9B5C-7369658F5F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 dirty="0"/>
              <a:t>해당 내용은 완성도를 올린다 판단되는 부분들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랭킹 시스템</a:t>
            </a:r>
            <a:r>
              <a:rPr lang="en-US" altLang="ko-KR" dirty="0"/>
              <a:t>-&gt; </a:t>
            </a:r>
            <a:r>
              <a:rPr lang="ko-KR" altLang="en-US" dirty="0" err="1"/>
              <a:t>안넣어도</a:t>
            </a:r>
            <a:r>
              <a:rPr lang="ko-KR" altLang="en-US" dirty="0"/>
              <a:t> 되는데</a:t>
            </a:r>
            <a:r>
              <a:rPr lang="en-US" altLang="ko-KR" dirty="0"/>
              <a:t>, </a:t>
            </a:r>
            <a:r>
              <a:rPr lang="ko-KR" altLang="en-US" dirty="0"/>
              <a:t>넣는다면 </a:t>
            </a:r>
            <a:r>
              <a:rPr lang="ko-KR" altLang="en-US" dirty="0" err="1"/>
              <a:t>어떤식으로</a:t>
            </a:r>
            <a:r>
              <a:rPr lang="en-US" altLang="ko-KR" dirty="0"/>
              <a:t>?</a:t>
            </a:r>
            <a:br>
              <a:rPr lang="en-US" altLang="ko-KR" dirty="0"/>
            </a:br>
            <a:r>
              <a:rPr lang="en-US" altLang="ko-KR" dirty="0"/>
              <a:t> 1. </a:t>
            </a:r>
            <a:r>
              <a:rPr lang="ko-KR" altLang="en-US" dirty="0"/>
              <a:t>최고 스테이지</a:t>
            </a:r>
            <a:br>
              <a:rPr lang="en-US" altLang="ko-KR" dirty="0"/>
            </a:br>
            <a:r>
              <a:rPr lang="en-US" altLang="ko-KR" dirty="0"/>
              <a:t> 2. </a:t>
            </a:r>
            <a:r>
              <a:rPr lang="ko-KR" altLang="en-US" dirty="0"/>
              <a:t>최고 제작 횟수로 랭킹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 3. </a:t>
            </a:r>
            <a:r>
              <a:rPr lang="ko-KR" altLang="en-US" dirty="0"/>
              <a:t>동률 시 먼저 클리어한 순</a:t>
            </a:r>
          </a:p>
        </p:txBody>
      </p:sp>
    </p:spTree>
    <p:extLst>
      <p:ext uri="{BB962C8B-B14F-4D97-AF65-F5344CB8AC3E}">
        <p14:creationId xmlns:p14="http://schemas.microsoft.com/office/powerpoint/2010/main" val="40906195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28212D-2131-49C2-BCFF-7C983C79C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메인 화면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BAC816B-21B8-4339-9B5C-7369658F5F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 dirty="0"/>
              <a:t>필요한 내용</a:t>
            </a:r>
            <a:br>
              <a:rPr lang="en-US" altLang="ko-KR" dirty="0"/>
            </a:br>
            <a:r>
              <a:rPr lang="ko-KR" altLang="en-US" dirty="0"/>
              <a:t>게임 시작</a:t>
            </a:r>
            <a:r>
              <a:rPr lang="en-US" altLang="ko-KR" dirty="0"/>
              <a:t>, </a:t>
            </a:r>
            <a:r>
              <a:rPr lang="ko-KR" altLang="en-US" dirty="0"/>
              <a:t>설정</a:t>
            </a:r>
            <a:br>
              <a:rPr lang="en-US" altLang="ko-KR" dirty="0"/>
            </a:br>
            <a:r>
              <a:rPr lang="ko-KR" altLang="en-US" dirty="0"/>
              <a:t>이 부분은 기존에 만든 거 사용해도 </a:t>
            </a:r>
            <a:r>
              <a:rPr lang="ko-KR" altLang="en-US" dirty="0" err="1"/>
              <a:t>될것</a:t>
            </a:r>
            <a:r>
              <a:rPr lang="ko-KR" altLang="en-US" dirty="0"/>
              <a:t> </a:t>
            </a:r>
            <a:r>
              <a:rPr lang="ko-KR" altLang="en-US" dirty="0" err="1"/>
              <a:t>같아보여요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04680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28212D-2131-49C2-BCFF-7C983C79C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화면 전개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BAC816B-21B8-4339-9B5C-7369658F5F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 dirty="0"/>
              <a:t>스테이지 소개</a:t>
            </a:r>
            <a:br>
              <a:rPr lang="en-US" altLang="ko-KR" dirty="0"/>
            </a:br>
            <a:r>
              <a:rPr lang="ko-KR" altLang="en-US" dirty="0" err="1"/>
              <a:t>로딩창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 err="1"/>
              <a:t>인게임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정산 창</a:t>
            </a:r>
            <a:r>
              <a:rPr lang="en-US" altLang="ko-KR" dirty="0"/>
              <a:t>(</a:t>
            </a:r>
            <a:r>
              <a:rPr lang="ko-KR" altLang="en-US" dirty="0"/>
              <a:t>패배 시 패배 정산 창으로</a:t>
            </a:r>
            <a:r>
              <a:rPr lang="en-US" altLang="ko-KR" dirty="0"/>
              <a:t>)</a:t>
            </a:r>
            <a:br>
              <a:rPr lang="en-US" altLang="ko-KR" dirty="0"/>
            </a:br>
            <a:r>
              <a:rPr lang="ko-KR" altLang="en-US" dirty="0"/>
              <a:t>다음 스테이지 소개</a:t>
            </a:r>
            <a:br>
              <a:rPr lang="en-US" altLang="ko-KR" dirty="0"/>
            </a:br>
            <a:r>
              <a:rPr lang="ko-KR" altLang="en-US" dirty="0" err="1"/>
              <a:t>슬라임</a:t>
            </a:r>
            <a:r>
              <a:rPr lang="ko-KR" altLang="en-US" dirty="0"/>
              <a:t> 추가 멤버</a:t>
            </a:r>
            <a:br>
              <a:rPr lang="en-US" altLang="ko-KR" dirty="0"/>
            </a:br>
            <a:r>
              <a:rPr lang="ko-KR" altLang="en-US" dirty="0" err="1"/>
              <a:t>로딩창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 err="1"/>
              <a:t>인게임</a:t>
            </a:r>
            <a:br>
              <a:rPr lang="en-US" altLang="ko-KR" dirty="0"/>
            </a:br>
            <a:r>
              <a:rPr lang="en-US" altLang="ko-KR" dirty="0"/>
              <a:t>…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042575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직사각형 19">
            <a:extLst>
              <a:ext uri="{FF2B5EF4-FFF2-40B4-BE49-F238E27FC236}">
                <a16:creationId xmlns:a16="http://schemas.microsoft.com/office/drawing/2014/main" id="{8EA2D90F-F37D-425E-B8B3-B53287A0FF38}"/>
              </a:ext>
            </a:extLst>
          </p:cNvPr>
          <p:cNvSpPr/>
          <p:nvPr/>
        </p:nvSpPr>
        <p:spPr>
          <a:xfrm>
            <a:off x="1478996" y="484816"/>
            <a:ext cx="9131726" cy="8591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3-3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스테이지 이름 최대 길이 한글특수문자 공백포함 </a:t>
            </a:r>
            <a:r>
              <a:rPr lang="en-US" altLang="ko-KR" dirty="0"/>
              <a:t>30</a:t>
            </a:r>
            <a:r>
              <a:rPr lang="ko-KR" altLang="en-US" dirty="0"/>
              <a:t>자 이내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D329D21-CC58-47DC-BEF6-70287B884D8F}"/>
              </a:ext>
            </a:extLst>
          </p:cNvPr>
          <p:cNvSpPr/>
          <p:nvPr/>
        </p:nvSpPr>
        <p:spPr>
          <a:xfrm>
            <a:off x="1491270" y="1448311"/>
            <a:ext cx="9107178" cy="49033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6927115-473C-4E22-9966-046812B8EF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7118" y="1796797"/>
            <a:ext cx="4577325" cy="2761366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3FEBA683-2FD9-415B-A52A-95305E46041D}"/>
              </a:ext>
            </a:extLst>
          </p:cNvPr>
          <p:cNvSpPr/>
          <p:nvPr/>
        </p:nvSpPr>
        <p:spPr>
          <a:xfrm>
            <a:off x="7008354" y="1785843"/>
            <a:ext cx="3043909" cy="278615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1D232FDF-ED09-4E32-8014-95E758BB0336}"/>
              </a:ext>
            </a:extLst>
          </p:cNvPr>
          <p:cNvSpPr/>
          <p:nvPr/>
        </p:nvSpPr>
        <p:spPr>
          <a:xfrm>
            <a:off x="5449579" y="5529358"/>
            <a:ext cx="1448311" cy="44185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다음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8A7196-A9AE-4593-AF00-B80A38DA622F}"/>
              </a:ext>
            </a:extLst>
          </p:cNvPr>
          <p:cNvSpPr txBox="1"/>
          <p:nvPr/>
        </p:nvSpPr>
        <p:spPr>
          <a:xfrm>
            <a:off x="3191195" y="4719286"/>
            <a:ext cx="56459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TIP: </a:t>
            </a:r>
            <a:r>
              <a:rPr lang="ko-KR" altLang="en-US" dirty="0">
                <a:solidFill>
                  <a:schemeClr val="bg1"/>
                </a:solidFill>
              </a:rPr>
              <a:t>최대 </a:t>
            </a:r>
            <a:r>
              <a:rPr lang="en-US" altLang="ko-KR" dirty="0">
                <a:solidFill>
                  <a:schemeClr val="bg1"/>
                </a:solidFill>
              </a:rPr>
              <a:t>2</a:t>
            </a:r>
            <a:r>
              <a:rPr lang="ko-KR" altLang="en-US" dirty="0">
                <a:solidFill>
                  <a:schemeClr val="bg1"/>
                </a:solidFill>
              </a:rPr>
              <a:t>줄 한글공백포함</a:t>
            </a:r>
            <a:r>
              <a:rPr lang="en-US" altLang="ko-KR" dirty="0">
                <a:solidFill>
                  <a:schemeClr val="bg1"/>
                </a:solidFill>
              </a:rPr>
              <a:t>30</a:t>
            </a:r>
            <a:r>
              <a:rPr lang="ko-KR" altLang="en-US" dirty="0" err="1">
                <a:solidFill>
                  <a:schemeClr val="bg1"/>
                </a:solidFill>
              </a:rPr>
              <a:t>자이내로작성해주세요</a:t>
            </a:r>
            <a:br>
              <a:rPr lang="en-US" altLang="ko-KR" dirty="0">
                <a:solidFill>
                  <a:schemeClr val="bg1"/>
                </a:solidFill>
              </a:rPr>
            </a:br>
            <a:r>
              <a:rPr lang="en-US" altLang="ko-KR" dirty="0">
                <a:solidFill>
                  <a:schemeClr val="bg1"/>
                </a:solidFill>
              </a:rPr>
              <a:t>TIP: </a:t>
            </a:r>
            <a:r>
              <a:rPr lang="ko-KR" altLang="en-US" dirty="0">
                <a:solidFill>
                  <a:schemeClr val="bg1"/>
                </a:solidFill>
              </a:rPr>
              <a:t>최대 </a:t>
            </a:r>
            <a:r>
              <a:rPr lang="en-US" altLang="ko-KR" dirty="0">
                <a:solidFill>
                  <a:schemeClr val="bg1"/>
                </a:solidFill>
              </a:rPr>
              <a:t>2</a:t>
            </a:r>
            <a:r>
              <a:rPr lang="ko-KR" altLang="en-US" dirty="0">
                <a:solidFill>
                  <a:schemeClr val="bg1"/>
                </a:solidFill>
              </a:rPr>
              <a:t>줄 한글공백포함</a:t>
            </a:r>
            <a:r>
              <a:rPr lang="en-US" altLang="ko-KR" dirty="0">
                <a:solidFill>
                  <a:schemeClr val="bg1"/>
                </a:solidFill>
              </a:rPr>
              <a:t>30</a:t>
            </a:r>
            <a:r>
              <a:rPr lang="ko-KR" altLang="en-US" dirty="0" err="1">
                <a:solidFill>
                  <a:schemeClr val="bg1"/>
                </a:solidFill>
              </a:rPr>
              <a:t>자이내로작성해주세요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C7A105-1EE3-4942-82AB-712B36BA228F}"/>
              </a:ext>
            </a:extLst>
          </p:cNvPr>
          <p:cNvSpPr txBox="1"/>
          <p:nvPr/>
        </p:nvSpPr>
        <p:spPr>
          <a:xfrm>
            <a:off x="7008354" y="1804252"/>
            <a:ext cx="3031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나올 수 있는 음식 목록</a:t>
            </a: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16AE8377-EB45-4515-8513-87902ACC483E}"/>
              </a:ext>
            </a:extLst>
          </p:cNvPr>
          <p:cNvSpPr/>
          <p:nvPr/>
        </p:nvSpPr>
        <p:spPr>
          <a:xfrm>
            <a:off x="7075860" y="2424080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0B94737C-03B1-410F-AD96-88D6F232E910}"/>
              </a:ext>
            </a:extLst>
          </p:cNvPr>
          <p:cNvSpPr/>
          <p:nvPr/>
        </p:nvSpPr>
        <p:spPr>
          <a:xfrm>
            <a:off x="8091519" y="2424080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3EAD34DE-3C1E-431E-A65B-644E12FE4068}"/>
              </a:ext>
            </a:extLst>
          </p:cNvPr>
          <p:cNvSpPr/>
          <p:nvPr/>
        </p:nvSpPr>
        <p:spPr>
          <a:xfrm>
            <a:off x="9107178" y="2430217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A8034BE7-FAEC-43FE-9B7C-284A4F4ADCDA}"/>
              </a:ext>
            </a:extLst>
          </p:cNvPr>
          <p:cNvSpPr/>
          <p:nvPr/>
        </p:nvSpPr>
        <p:spPr>
          <a:xfrm>
            <a:off x="7069723" y="3424397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57F84794-92F5-4178-89E2-B688E9BF522C}"/>
              </a:ext>
            </a:extLst>
          </p:cNvPr>
          <p:cNvSpPr/>
          <p:nvPr/>
        </p:nvSpPr>
        <p:spPr>
          <a:xfrm>
            <a:off x="8085382" y="3424397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D78C21F4-ADE1-4DB9-B508-D799F0E756E6}"/>
              </a:ext>
            </a:extLst>
          </p:cNvPr>
          <p:cNvSpPr/>
          <p:nvPr/>
        </p:nvSpPr>
        <p:spPr>
          <a:xfrm>
            <a:off x="9101041" y="3430534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07124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직사각형 19">
            <a:extLst>
              <a:ext uri="{FF2B5EF4-FFF2-40B4-BE49-F238E27FC236}">
                <a16:creationId xmlns:a16="http://schemas.microsoft.com/office/drawing/2014/main" id="{8EA2D90F-F37D-425E-B8B3-B53287A0FF38}"/>
              </a:ext>
            </a:extLst>
          </p:cNvPr>
          <p:cNvSpPr/>
          <p:nvPr/>
        </p:nvSpPr>
        <p:spPr>
          <a:xfrm>
            <a:off x="1478996" y="484816"/>
            <a:ext cx="9131726" cy="8591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3-3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스테이지 이름 최대 길이 한글특수문자 공백포함 </a:t>
            </a:r>
            <a:r>
              <a:rPr lang="en-US" altLang="ko-KR" dirty="0"/>
              <a:t>30</a:t>
            </a:r>
            <a:r>
              <a:rPr lang="ko-KR" altLang="en-US" dirty="0"/>
              <a:t>자 이내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D329D21-CC58-47DC-BEF6-70287B884D8F}"/>
              </a:ext>
            </a:extLst>
          </p:cNvPr>
          <p:cNvSpPr/>
          <p:nvPr/>
        </p:nvSpPr>
        <p:spPr>
          <a:xfrm>
            <a:off x="1491270" y="1448311"/>
            <a:ext cx="9107178" cy="49033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6927115-473C-4E22-9966-046812B8EF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7118" y="1796797"/>
            <a:ext cx="4577325" cy="2761366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3FEBA683-2FD9-415B-A52A-95305E46041D}"/>
              </a:ext>
            </a:extLst>
          </p:cNvPr>
          <p:cNvSpPr/>
          <p:nvPr/>
        </p:nvSpPr>
        <p:spPr>
          <a:xfrm>
            <a:off x="7008354" y="1785843"/>
            <a:ext cx="3043909" cy="278615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1D232FDF-ED09-4E32-8014-95E758BB0336}"/>
              </a:ext>
            </a:extLst>
          </p:cNvPr>
          <p:cNvSpPr/>
          <p:nvPr/>
        </p:nvSpPr>
        <p:spPr>
          <a:xfrm>
            <a:off x="5449579" y="5529358"/>
            <a:ext cx="1448311" cy="44185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다음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8A7196-A9AE-4593-AF00-B80A38DA622F}"/>
              </a:ext>
            </a:extLst>
          </p:cNvPr>
          <p:cNvSpPr txBox="1"/>
          <p:nvPr/>
        </p:nvSpPr>
        <p:spPr>
          <a:xfrm>
            <a:off x="3191195" y="4719286"/>
            <a:ext cx="56459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TIP: </a:t>
            </a:r>
            <a:r>
              <a:rPr lang="ko-KR" altLang="en-US" dirty="0">
                <a:solidFill>
                  <a:schemeClr val="bg1"/>
                </a:solidFill>
              </a:rPr>
              <a:t>최대 </a:t>
            </a:r>
            <a:r>
              <a:rPr lang="en-US" altLang="ko-KR" dirty="0">
                <a:solidFill>
                  <a:schemeClr val="bg1"/>
                </a:solidFill>
              </a:rPr>
              <a:t>2</a:t>
            </a:r>
            <a:r>
              <a:rPr lang="ko-KR" altLang="en-US" dirty="0">
                <a:solidFill>
                  <a:schemeClr val="bg1"/>
                </a:solidFill>
              </a:rPr>
              <a:t>줄 한글공백포함</a:t>
            </a:r>
            <a:r>
              <a:rPr lang="en-US" altLang="ko-KR" dirty="0">
                <a:solidFill>
                  <a:schemeClr val="bg1"/>
                </a:solidFill>
              </a:rPr>
              <a:t>30</a:t>
            </a:r>
            <a:r>
              <a:rPr lang="ko-KR" altLang="en-US" dirty="0" err="1">
                <a:solidFill>
                  <a:schemeClr val="bg1"/>
                </a:solidFill>
              </a:rPr>
              <a:t>자이내로작성해주세요</a:t>
            </a:r>
            <a:br>
              <a:rPr lang="en-US" altLang="ko-KR" dirty="0">
                <a:solidFill>
                  <a:schemeClr val="bg1"/>
                </a:solidFill>
              </a:rPr>
            </a:br>
            <a:r>
              <a:rPr lang="en-US" altLang="ko-KR" dirty="0">
                <a:solidFill>
                  <a:schemeClr val="bg1"/>
                </a:solidFill>
              </a:rPr>
              <a:t>TIP: </a:t>
            </a:r>
            <a:r>
              <a:rPr lang="ko-KR" altLang="en-US" dirty="0">
                <a:solidFill>
                  <a:schemeClr val="bg1"/>
                </a:solidFill>
              </a:rPr>
              <a:t>최대 </a:t>
            </a:r>
            <a:r>
              <a:rPr lang="en-US" altLang="ko-KR" dirty="0">
                <a:solidFill>
                  <a:schemeClr val="bg1"/>
                </a:solidFill>
              </a:rPr>
              <a:t>2</a:t>
            </a:r>
            <a:r>
              <a:rPr lang="ko-KR" altLang="en-US" dirty="0">
                <a:solidFill>
                  <a:schemeClr val="bg1"/>
                </a:solidFill>
              </a:rPr>
              <a:t>줄 한글공백포함</a:t>
            </a:r>
            <a:r>
              <a:rPr lang="en-US" altLang="ko-KR" dirty="0">
                <a:solidFill>
                  <a:schemeClr val="bg1"/>
                </a:solidFill>
              </a:rPr>
              <a:t>30</a:t>
            </a:r>
            <a:r>
              <a:rPr lang="ko-KR" altLang="en-US" dirty="0" err="1">
                <a:solidFill>
                  <a:schemeClr val="bg1"/>
                </a:solidFill>
              </a:rPr>
              <a:t>자이내로작성해주세요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C7A105-1EE3-4942-82AB-712B36BA228F}"/>
              </a:ext>
            </a:extLst>
          </p:cNvPr>
          <p:cNvSpPr txBox="1"/>
          <p:nvPr/>
        </p:nvSpPr>
        <p:spPr>
          <a:xfrm>
            <a:off x="7008354" y="1804252"/>
            <a:ext cx="3031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나올 수 있는 음식 목록</a:t>
            </a: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16AE8377-EB45-4515-8513-87902ACC483E}"/>
              </a:ext>
            </a:extLst>
          </p:cNvPr>
          <p:cNvSpPr/>
          <p:nvPr/>
        </p:nvSpPr>
        <p:spPr>
          <a:xfrm>
            <a:off x="7075860" y="2424080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0B94737C-03B1-410F-AD96-88D6F232E910}"/>
              </a:ext>
            </a:extLst>
          </p:cNvPr>
          <p:cNvSpPr/>
          <p:nvPr/>
        </p:nvSpPr>
        <p:spPr>
          <a:xfrm>
            <a:off x="8091519" y="2424080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3EAD34DE-3C1E-431E-A65B-644E12FE4068}"/>
              </a:ext>
            </a:extLst>
          </p:cNvPr>
          <p:cNvSpPr/>
          <p:nvPr/>
        </p:nvSpPr>
        <p:spPr>
          <a:xfrm>
            <a:off x="9107178" y="2430217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A8034BE7-FAEC-43FE-9B7C-284A4F4ADCDA}"/>
              </a:ext>
            </a:extLst>
          </p:cNvPr>
          <p:cNvSpPr/>
          <p:nvPr/>
        </p:nvSpPr>
        <p:spPr>
          <a:xfrm>
            <a:off x="7069723" y="3424397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57F84794-92F5-4178-89E2-B688E9BF522C}"/>
              </a:ext>
            </a:extLst>
          </p:cNvPr>
          <p:cNvSpPr/>
          <p:nvPr/>
        </p:nvSpPr>
        <p:spPr>
          <a:xfrm>
            <a:off x="8085382" y="3424397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D78C21F4-ADE1-4DB9-B508-D799F0E756E6}"/>
              </a:ext>
            </a:extLst>
          </p:cNvPr>
          <p:cNvSpPr/>
          <p:nvPr/>
        </p:nvSpPr>
        <p:spPr>
          <a:xfrm>
            <a:off x="9101041" y="3430534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32E1CB4-A9E5-4AE7-9751-0D68C88A0D44}"/>
              </a:ext>
            </a:extLst>
          </p:cNvPr>
          <p:cNvSpPr/>
          <p:nvPr/>
        </p:nvSpPr>
        <p:spPr>
          <a:xfrm>
            <a:off x="8088451" y="2215426"/>
            <a:ext cx="2749337" cy="12457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호버링</a:t>
            </a:r>
            <a:r>
              <a:rPr lang="ko-KR" altLang="en-US" dirty="0"/>
              <a:t> 시 재료 제작 </a:t>
            </a:r>
            <a:endParaRPr lang="en-US" altLang="ko-KR" dirty="0"/>
          </a:p>
          <a:p>
            <a:pPr algn="ctr"/>
            <a:r>
              <a:rPr lang="ko-KR" altLang="en-US" dirty="0"/>
              <a:t>아이콘 표기</a:t>
            </a:r>
          </a:p>
        </p:txBody>
      </p:sp>
    </p:spTree>
    <p:extLst>
      <p:ext uri="{BB962C8B-B14F-4D97-AF65-F5344CB8AC3E}">
        <p14:creationId xmlns:p14="http://schemas.microsoft.com/office/powerpoint/2010/main" val="3229312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그림 50">
            <a:extLst>
              <a:ext uri="{FF2B5EF4-FFF2-40B4-BE49-F238E27FC236}">
                <a16:creationId xmlns:a16="http://schemas.microsoft.com/office/drawing/2014/main" id="{77DA612B-0510-4277-972E-60C9BE47DE9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74" t="23483" r="9071" b="7121"/>
          <a:stretch/>
        </p:blipFill>
        <p:spPr>
          <a:xfrm>
            <a:off x="1012370" y="450868"/>
            <a:ext cx="10163629" cy="612056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F9B32FD8-1374-40B9-B86E-41279FBEB0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9587" y="277522"/>
            <a:ext cx="1395637" cy="1395637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E4F2F1B5-B7B0-4294-8A97-A207F69796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6274" y="277522"/>
            <a:ext cx="1395637" cy="1395637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B440F4BF-4E57-40A1-9439-D5CF80BA46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2961" y="277522"/>
            <a:ext cx="1395637" cy="1395637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A2AEF043-95DB-44E1-BA69-E507E803F0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9648" y="277522"/>
            <a:ext cx="1395637" cy="1395637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1DA1D80D-3F6E-4071-936D-452C36FC08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6335" y="277522"/>
            <a:ext cx="1395637" cy="1395637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8CD850F9-64DA-4FBE-8B0F-99AF7AF18E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3022" y="277522"/>
            <a:ext cx="1395637" cy="1395637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B5649075-67E7-4C86-93B5-26F98CC3E2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709" y="277522"/>
            <a:ext cx="1395637" cy="1395637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42780FD0-E9D2-46D9-A8F3-E2F1E22CB5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6396" y="277522"/>
            <a:ext cx="1395637" cy="1395637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0510C935-588F-41D5-ACA9-F181A1A2B7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22900" y="1255141"/>
            <a:ext cx="1395637" cy="1395637"/>
          </a:xfrm>
          <a:prstGeom prst="rect">
            <a:avLst/>
          </a:prstGeom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185367B4-177C-4D2A-92C7-946A6D1C4A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22900" y="2289910"/>
            <a:ext cx="1395637" cy="1395637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A3BBFB6C-600F-4363-AF0B-60845329FC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22900" y="3324679"/>
            <a:ext cx="1395637" cy="1395637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AB46AC2B-A4F5-48D0-8C9B-0420CFD8C5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22900" y="4359448"/>
            <a:ext cx="1395637" cy="1395637"/>
          </a:xfrm>
          <a:prstGeom prst="rect">
            <a:avLst/>
          </a:prstGeom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10F69800-56EB-4E5A-83B8-131B49D51D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9973082" y="1284351"/>
            <a:ext cx="1395637" cy="1395637"/>
          </a:xfrm>
          <a:prstGeom prst="rect">
            <a:avLst/>
          </a:prstGeom>
        </p:spPr>
      </p:pic>
      <p:pic>
        <p:nvPicPr>
          <p:cNvPr id="44" name="그림 43">
            <a:extLst>
              <a:ext uri="{FF2B5EF4-FFF2-40B4-BE49-F238E27FC236}">
                <a16:creationId xmlns:a16="http://schemas.microsoft.com/office/drawing/2014/main" id="{626FD8EE-A657-4A79-85D7-458E8E387C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9973082" y="2316580"/>
            <a:ext cx="1395637" cy="1395637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9DBED0AD-F7B6-458B-87C6-8029A6DB18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9973082" y="3348809"/>
            <a:ext cx="1395637" cy="1395637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4A1ED1DA-766D-477A-A89C-840D4646CB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9973082" y="4381038"/>
            <a:ext cx="1395637" cy="1395637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22F1E665-0D06-4F53-9C9D-ADECFE44D0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9587" y="5394216"/>
            <a:ext cx="1395637" cy="1395637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A05F1EBF-E762-44C7-808A-8570BF281A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6274" y="5394216"/>
            <a:ext cx="1395637" cy="1395637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493AF55C-A1F0-4B7B-8CD7-F164D946BE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2961" y="5394216"/>
            <a:ext cx="1395637" cy="1395637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54EFDC2A-C8B0-4394-B9AC-D724ACE82B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3022" y="5394216"/>
            <a:ext cx="1395637" cy="1395637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0739CCBB-0297-43E5-85F3-5F483618F7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709" y="5394216"/>
            <a:ext cx="1395637" cy="1395637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132E3857-CB6F-46A2-978B-F2A54D4BB2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6396" y="5394216"/>
            <a:ext cx="1395637" cy="1395637"/>
          </a:xfrm>
          <a:prstGeom prst="rect">
            <a:avLst/>
          </a:prstGeom>
        </p:spPr>
      </p:pic>
      <p:pic>
        <p:nvPicPr>
          <p:cNvPr id="48" name="그림 47">
            <a:extLst>
              <a:ext uri="{FF2B5EF4-FFF2-40B4-BE49-F238E27FC236}">
                <a16:creationId xmlns:a16="http://schemas.microsoft.com/office/drawing/2014/main" id="{C740CC2C-F82C-4092-91D2-BDDB52AEB1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2696" y="57960"/>
            <a:ext cx="1395634" cy="1395634"/>
          </a:xfrm>
          <a:prstGeom prst="rect">
            <a:avLst/>
          </a:prstGeom>
        </p:spPr>
      </p:pic>
      <p:pic>
        <p:nvPicPr>
          <p:cNvPr id="49" name="그림 48">
            <a:extLst>
              <a:ext uri="{FF2B5EF4-FFF2-40B4-BE49-F238E27FC236}">
                <a16:creationId xmlns:a16="http://schemas.microsoft.com/office/drawing/2014/main" id="{C8753E3D-6827-4A91-A2C3-125D06C99D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4793" y="0"/>
            <a:ext cx="1395634" cy="1395634"/>
          </a:xfrm>
          <a:prstGeom prst="rect">
            <a:avLst/>
          </a:prstGeom>
        </p:spPr>
      </p:pic>
      <p:pic>
        <p:nvPicPr>
          <p:cNvPr id="56" name="그림 55">
            <a:extLst>
              <a:ext uri="{FF2B5EF4-FFF2-40B4-BE49-F238E27FC236}">
                <a16:creationId xmlns:a16="http://schemas.microsoft.com/office/drawing/2014/main" id="{7B314763-8316-4B29-8A77-BEBACFA8296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950" y="3570532"/>
            <a:ext cx="952500" cy="952500"/>
          </a:xfrm>
          <a:prstGeom prst="rect">
            <a:avLst/>
          </a:prstGeom>
        </p:spPr>
      </p:pic>
      <p:pic>
        <p:nvPicPr>
          <p:cNvPr id="57" name="그림 56">
            <a:extLst>
              <a:ext uri="{FF2B5EF4-FFF2-40B4-BE49-F238E27FC236}">
                <a16:creationId xmlns:a16="http://schemas.microsoft.com/office/drawing/2014/main" id="{CEAC531D-9752-4A2A-8D39-5F97F8C9F41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250" y="2503732"/>
            <a:ext cx="952500" cy="952500"/>
          </a:xfrm>
          <a:prstGeom prst="rect">
            <a:avLst/>
          </a:prstGeom>
        </p:spPr>
      </p:pic>
      <p:pic>
        <p:nvPicPr>
          <p:cNvPr id="58" name="그림 57">
            <a:extLst>
              <a:ext uri="{FF2B5EF4-FFF2-40B4-BE49-F238E27FC236}">
                <a16:creationId xmlns:a16="http://schemas.microsoft.com/office/drawing/2014/main" id="{3101E9FA-0DBA-4DB1-9531-36ED21A19C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4024" y="4378216"/>
            <a:ext cx="1395637" cy="1395637"/>
          </a:xfrm>
          <a:prstGeom prst="rect">
            <a:avLst/>
          </a:prstGeom>
        </p:spPr>
      </p:pic>
      <p:pic>
        <p:nvPicPr>
          <p:cNvPr id="59" name="그림 58">
            <a:extLst>
              <a:ext uri="{FF2B5EF4-FFF2-40B4-BE49-F238E27FC236}">
                <a16:creationId xmlns:a16="http://schemas.microsoft.com/office/drawing/2014/main" id="{623F9531-C036-4AFB-AA02-4FD7972315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1324" y="3305066"/>
            <a:ext cx="1395637" cy="1395637"/>
          </a:xfrm>
          <a:prstGeom prst="rect">
            <a:avLst/>
          </a:prstGeom>
        </p:spPr>
      </p:pic>
      <p:pic>
        <p:nvPicPr>
          <p:cNvPr id="60" name="그림 59">
            <a:extLst>
              <a:ext uri="{FF2B5EF4-FFF2-40B4-BE49-F238E27FC236}">
                <a16:creationId xmlns:a16="http://schemas.microsoft.com/office/drawing/2014/main" id="{1AD02F23-0E64-4F68-B70A-FAA2E0FF72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2974" y="3330466"/>
            <a:ext cx="1395637" cy="1395637"/>
          </a:xfrm>
          <a:prstGeom prst="rect">
            <a:avLst/>
          </a:prstGeom>
        </p:spPr>
      </p:pic>
      <p:pic>
        <p:nvPicPr>
          <p:cNvPr id="61" name="그림 60">
            <a:extLst>
              <a:ext uri="{FF2B5EF4-FFF2-40B4-BE49-F238E27FC236}">
                <a16:creationId xmlns:a16="http://schemas.microsoft.com/office/drawing/2014/main" id="{EC81B702-08B2-4BB5-8EED-B18C13BCB1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2974" y="4359166"/>
            <a:ext cx="1395637" cy="1395637"/>
          </a:xfrm>
          <a:prstGeom prst="rect">
            <a:avLst/>
          </a:prstGeom>
        </p:spPr>
      </p:pic>
      <p:sp>
        <p:nvSpPr>
          <p:cNvPr id="62" name="직사각형 61">
            <a:extLst>
              <a:ext uri="{FF2B5EF4-FFF2-40B4-BE49-F238E27FC236}">
                <a16:creationId xmlns:a16="http://schemas.microsoft.com/office/drawing/2014/main" id="{DB41B338-2820-4AEC-9589-B819152711E8}"/>
              </a:ext>
            </a:extLst>
          </p:cNvPr>
          <p:cNvSpPr/>
          <p:nvPr/>
        </p:nvSpPr>
        <p:spPr>
          <a:xfrm>
            <a:off x="5099050" y="5549900"/>
            <a:ext cx="1993900" cy="1003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제출처</a:t>
            </a:r>
            <a:endParaRPr lang="ko-KR" altLang="en-US" dirty="0"/>
          </a:p>
        </p:txBody>
      </p:sp>
      <p:pic>
        <p:nvPicPr>
          <p:cNvPr id="63" name="그림 62">
            <a:extLst>
              <a:ext uri="{FF2B5EF4-FFF2-40B4-BE49-F238E27FC236}">
                <a16:creationId xmlns:a16="http://schemas.microsoft.com/office/drawing/2014/main" id="{2B1E31A5-1346-423D-B570-9ABA73FA3C0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4800" y="1193800"/>
            <a:ext cx="1981198" cy="1320799"/>
          </a:xfrm>
          <a:prstGeom prst="rect">
            <a:avLst/>
          </a:prstGeom>
        </p:spPr>
      </p:pic>
      <p:pic>
        <p:nvPicPr>
          <p:cNvPr id="64" name="그림 63">
            <a:extLst>
              <a:ext uri="{FF2B5EF4-FFF2-40B4-BE49-F238E27FC236}">
                <a16:creationId xmlns:a16="http://schemas.microsoft.com/office/drawing/2014/main" id="{7FDEAD4B-1360-40A6-A52F-90930A6018E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350" y="4248150"/>
            <a:ext cx="2362200" cy="1574800"/>
          </a:xfrm>
          <a:prstGeom prst="rect">
            <a:avLst/>
          </a:prstGeom>
        </p:spPr>
      </p:pic>
      <p:pic>
        <p:nvPicPr>
          <p:cNvPr id="65" name="그림 64">
            <a:extLst>
              <a:ext uri="{FF2B5EF4-FFF2-40B4-BE49-F238E27FC236}">
                <a16:creationId xmlns:a16="http://schemas.microsoft.com/office/drawing/2014/main" id="{B30C7FD9-2ABF-4F46-8F05-EBD878A766F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0800" y="4292600"/>
            <a:ext cx="1441450" cy="1441450"/>
          </a:xfrm>
          <a:prstGeom prst="rect">
            <a:avLst/>
          </a:prstGeom>
        </p:spPr>
      </p:pic>
      <p:pic>
        <p:nvPicPr>
          <p:cNvPr id="66" name="그림 65">
            <a:extLst>
              <a:ext uri="{FF2B5EF4-FFF2-40B4-BE49-F238E27FC236}">
                <a16:creationId xmlns:a16="http://schemas.microsoft.com/office/drawing/2014/main" id="{EC163BD3-250F-4CBA-99AB-2AC8B7DAC72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0150" y="1291166"/>
            <a:ext cx="1663700" cy="1109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92737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그림 50">
            <a:extLst>
              <a:ext uri="{FF2B5EF4-FFF2-40B4-BE49-F238E27FC236}">
                <a16:creationId xmlns:a16="http://schemas.microsoft.com/office/drawing/2014/main" id="{77DA612B-0510-4277-972E-60C9BE47DE9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74" t="23483" r="9071" b="7121"/>
          <a:stretch/>
        </p:blipFill>
        <p:spPr>
          <a:xfrm>
            <a:off x="1012370" y="450868"/>
            <a:ext cx="10163629" cy="612056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F9B32FD8-1374-40B9-B86E-41279FBEB0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9587" y="277522"/>
            <a:ext cx="1395637" cy="1395637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E4F2F1B5-B7B0-4294-8A97-A207F69796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6274" y="277522"/>
            <a:ext cx="1395637" cy="1395637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B440F4BF-4E57-40A1-9439-D5CF80BA46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2961" y="277522"/>
            <a:ext cx="1395637" cy="1395637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A2AEF043-95DB-44E1-BA69-E507E803F0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9648" y="277522"/>
            <a:ext cx="1395637" cy="1395637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1DA1D80D-3F6E-4071-936D-452C36FC08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6335" y="277522"/>
            <a:ext cx="1395637" cy="1395637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8CD850F9-64DA-4FBE-8B0F-99AF7AF18E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3022" y="277522"/>
            <a:ext cx="1395637" cy="1395637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B5649075-67E7-4C86-93B5-26F98CC3E2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709" y="277522"/>
            <a:ext cx="1395637" cy="1395637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42780FD0-E9D2-46D9-A8F3-E2F1E22CB5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6396" y="277522"/>
            <a:ext cx="1395637" cy="1395637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0510C935-588F-41D5-ACA9-F181A1A2B7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22900" y="1255141"/>
            <a:ext cx="1395637" cy="1395637"/>
          </a:xfrm>
          <a:prstGeom prst="rect">
            <a:avLst/>
          </a:prstGeom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185367B4-177C-4D2A-92C7-946A6D1C4A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22900" y="2289910"/>
            <a:ext cx="1395637" cy="1395637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A3BBFB6C-600F-4363-AF0B-60845329FC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22900" y="3324679"/>
            <a:ext cx="1395637" cy="1395637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AB46AC2B-A4F5-48D0-8C9B-0420CFD8C5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22900" y="4359448"/>
            <a:ext cx="1395637" cy="1395637"/>
          </a:xfrm>
          <a:prstGeom prst="rect">
            <a:avLst/>
          </a:prstGeom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10F69800-56EB-4E5A-83B8-131B49D51D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9973082" y="1284351"/>
            <a:ext cx="1395637" cy="1395637"/>
          </a:xfrm>
          <a:prstGeom prst="rect">
            <a:avLst/>
          </a:prstGeom>
        </p:spPr>
      </p:pic>
      <p:pic>
        <p:nvPicPr>
          <p:cNvPr id="44" name="그림 43">
            <a:extLst>
              <a:ext uri="{FF2B5EF4-FFF2-40B4-BE49-F238E27FC236}">
                <a16:creationId xmlns:a16="http://schemas.microsoft.com/office/drawing/2014/main" id="{626FD8EE-A657-4A79-85D7-458E8E387C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9973082" y="2316580"/>
            <a:ext cx="1395637" cy="1395637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9DBED0AD-F7B6-458B-87C6-8029A6DB18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9973082" y="3348809"/>
            <a:ext cx="1395637" cy="1395637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4A1ED1DA-766D-477A-A89C-840D4646CB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9973082" y="4381038"/>
            <a:ext cx="1395637" cy="1395637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22F1E665-0D06-4F53-9C9D-ADECFE44D0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9587" y="5394216"/>
            <a:ext cx="1395637" cy="1395637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A05F1EBF-E762-44C7-808A-8570BF281A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6274" y="5394216"/>
            <a:ext cx="1395637" cy="1395637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493AF55C-A1F0-4B7B-8CD7-F164D946BE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2961" y="5394216"/>
            <a:ext cx="1395637" cy="1395637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FCF39F3A-2184-45B2-B8CB-107912510A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9648" y="5394216"/>
            <a:ext cx="1395637" cy="1395637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B7B8F017-1C75-4CB5-9895-FF9A289617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6335" y="5394216"/>
            <a:ext cx="1395637" cy="1395637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54EFDC2A-C8B0-4394-B9AC-D724ACE82B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3022" y="5394216"/>
            <a:ext cx="1395637" cy="1395637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0739CCBB-0297-43E5-85F3-5F483618F7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709" y="5394216"/>
            <a:ext cx="1395637" cy="1395637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132E3857-CB6F-46A2-978B-F2A54D4BB2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6396" y="5394216"/>
            <a:ext cx="1395637" cy="1395637"/>
          </a:xfrm>
          <a:prstGeom prst="rect">
            <a:avLst/>
          </a:prstGeom>
        </p:spPr>
      </p:pic>
      <p:pic>
        <p:nvPicPr>
          <p:cNvPr id="48" name="그림 47">
            <a:extLst>
              <a:ext uri="{FF2B5EF4-FFF2-40B4-BE49-F238E27FC236}">
                <a16:creationId xmlns:a16="http://schemas.microsoft.com/office/drawing/2014/main" id="{C740CC2C-F82C-4092-91D2-BDDB52AEB1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5396" y="19860"/>
            <a:ext cx="1395634" cy="1395634"/>
          </a:xfrm>
          <a:prstGeom prst="rect">
            <a:avLst/>
          </a:prstGeom>
        </p:spPr>
      </p:pic>
      <p:pic>
        <p:nvPicPr>
          <p:cNvPr id="49" name="그림 48">
            <a:extLst>
              <a:ext uri="{FF2B5EF4-FFF2-40B4-BE49-F238E27FC236}">
                <a16:creationId xmlns:a16="http://schemas.microsoft.com/office/drawing/2014/main" id="{C8753E3D-6827-4A91-A2C3-125D06C99D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4793" y="0"/>
            <a:ext cx="1395634" cy="1395634"/>
          </a:xfrm>
          <a:prstGeom prst="rect">
            <a:avLst/>
          </a:prstGeom>
        </p:spPr>
      </p:pic>
      <p:pic>
        <p:nvPicPr>
          <p:cNvPr id="56" name="그림 55">
            <a:extLst>
              <a:ext uri="{FF2B5EF4-FFF2-40B4-BE49-F238E27FC236}">
                <a16:creationId xmlns:a16="http://schemas.microsoft.com/office/drawing/2014/main" id="{7B314763-8316-4B29-8A77-BEBACFA8296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950" y="3570532"/>
            <a:ext cx="952500" cy="952500"/>
          </a:xfrm>
          <a:prstGeom prst="rect">
            <a:avLst/>
          </a:prstGeom>
        </p:spPr>
      </p:pic>
      <p:pic>
        <p:nvPicPr>
          <p:cNvPr id="57" name="그림 56">
            <a:extLst>
              <a:ext uri="{FF2B5EF4-FFF2-40B4-BE49-F238E27FC236}">
                <a16:creationId xmlns:a16="http://schemas.microsoft.com/office/drawing/2014/main" id="{CEAC531D-9752-4A2A-8D39-5F97F8C9F41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250" y="2503732"/>
            <a:ext cx="952500" cy="952500"/>
          </a:xfrm>
          <a:prstGeom prst="rect">
            <a:avLst/>
          </a:prstGeom>
        </p:spPr>
      </p:pic>
      <p:pic>
        <p:nvPicPr>
          <p:cNvPr id="58" name="그림 57">
            <a:extLst>
              <a:ext uri="{FF2B5EF4-FFF2-40B4-BE49-F238E27FC236}">
                <a16:creationId xmlns:a16="http://schemas.microsoft.com/office/drawing/2014/main" id="{3101E9FA-0DBA-4DB1-9531-36ED21A19C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4024" y="4378216"/>
            <a:ext cx="1395637" cy="1395637"/>
          </a:xfrm>
          <a:prstGeom prst="rect">
            <a:avLst/>
          </a:prstGeom>
        </p:spPr>
      </p:pic>
      <p:pic>
        <p:nvPicPr>
          <p:cNvPr id="59" name="그림 58">
            <a:extLst>
              <a:ext uri="{FF2B5EF4-FFF2-40B4-BE49-F238E27FC236}">
                <a16:creationId xmlns:a16="http://schemas.microsoft.com/office/drawing/2014/main" id="{623F9531-C036-4AFB-AA02-4FD7972315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5924" y="3336816"/>
            <a:ext cx="1395637" cy="1395637"/>
          </a:xfrm>
          <a:prstGeom prst="rect">
            <a:avLst/>
          </a:prstGeom>
        </p:spPr>
      </p:pic>
      <p:pic>
        <p:nvPicPr>
          <p:cNvPr id="60" name="그림 59">
            <a:extLst>
              <a:ext uri="{FF2B5EF4-FFF2-40B4-BE49-F238E27FC236}">
                <a16:creationId xmlns:a16="http://schemas.microsoft.com/office/drawing/2014/main" id="{1AD02F23-0E64-4F68-B70A-FAA2E0FF72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2974" y="3330466"/>
            <a:ext cx="1395637" cy="1395637"/>
          </a:xfrm>
          <a:prstGeom prst="rect">
            <a:avLst/>
          </a:prstGeom>
        </p:spPr>
      </p:pic>
      <p:pic>
        <p:nvPicPr>
          <p:cNvPr id="61" name="그림 60">
            <a:extLst>
              <a:ext uri="{FF2B5EF4-FFF2-40B4-BE49-F238E27FC236}">
                <a16:creationId xmlns:a16="http://schemas.microsoft.com/office/drawing/2014/main" id="{EC81B702-08B2-4BB5-8EED-B18C13BCB1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2974" y="4359166"/>
            <a:ext cx="1395637" cy="1395637"/>
          </a:xfrm>
          <a:prstGeom prst="rect">
            <a:avLst/>
          </a:prstGeom>
        </p:spPr>
      </p:pic>
      <p:sp>
        <p:nvSpPr>
          <p:cNvPr id="38" name="직사각형 37">
            <a:extLst>
              <a:ext uri="{FF2B5EF4-FFF2-40B4-BE49-F238E27FC236}">
                <a16:creationId xmlns:a16="http://schemas.microsoft.com/office/drawing/2014/main" id="{D6DE92EA-9B07-45B3-8594-38270A52FCFA}"/>
              </a:ext>
            </a:extLst>
          </p:cNvPr>
          <p:cNvSpPr/>
          <p:nvPr/>
        </p:nvSpPr>
        <p:spPr>
          <a:xfrm>
            <a:off x="0" y="0"/>
            <a:ext cx="1638300" cy="11905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53112A80-F287-41FA-9D40-69033FB38815}"/>
              </a:ext>
            </a:extLst>
          </p:cNvPr>
          <p:cNvSpPr/>
          <p:nvPr/>
        </p:nvSpPr>
        <p:spPr>
          <a:xfrm>
            <a:off x="2076450" y="0"/>
            <a:ext cx="1638300" cy="11905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D63BF3DF-BEEF-4760-97AA-3C7EB39CE719}"/>
              </a:ext>
            </a:extLst>
          </p:cNvPr>
          <p:cNvSpPr/>
          <p:nvPr/>
        </p:nvSpPr>
        <p:spPr>
          <a:xfrm>
            <a:off x="4070350" y="0"/>
            <a:ext cx="1638300" cy="11905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BC5D02E7-3E5D-491C-8CF9-3387F611AFB5}"/>
              </a:ext>
            </a:extLst>
          </p:cNvPr>
          <p:cNvSpPr/>
          <p:nvPr/>
        </p:nvSpPr>
        <p:spPr>
          <a:xfrm>
            <a:off x="6096000" y="0"/>
            <a:ext cx="1638300" cy="11905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25F4C408-7647-47D5-872A-FCC3EA51833C}"/>
              </a:ext>
            </a:extLst>
          </p:cNvPr>
          <p:cNvSpPr/>
          <p:nvPr/>
        </p:nvSpPr>
        <p:spPr>
          <a:xfrm>
            <a:off x="8147050" y="0"/>
            <a:ext cx="1638300" cy="11905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F4BCF5E5-328B-445E-B219-7027F3165E36}"/>
              </a:ext>
            </a:extLst>
          </p:cNvPr>
          <p:cNvGrpSpPr/>
          <p:nvPr/>
        </p:nvGrpSpPr>
        <p:grpSpPr>
          <a:xfrm>
            <a:off x="266700" y="0"/>
            <a:ext cx="1092200" cy="1092200"/>
            <a:chOff x="298450" y="88900"/>
            <a:chExt cx="1092200" cy="1092200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4D1F5DAF-BCEB-4C10-AFA8-76660C693A2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8450" y="88900"/>
              <a:ext cx="1092200" cy="1092200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321CE1F5-41DE-464F-BCC6-21AB160789D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3850" y="88900"/>
              <a:ext cx="1016000" cy="1016000"/>
            </a:xfrm>
            <a:prstGeom prst="rect">
              <a:avLst/>
            </a:prstGeom>
          </p:spPr>
        </p:pic>
      </p:grpSp>
      <p:sp>
        <p:nvSpPr>
          <p:cNvPr id="8" name="타원 7">
            <a:extLst>
              <a:ext uri="{FF2B5EF4-FFF2-40B4-BE49-F238E27FC236}">
                <a16:creationId xmlns:a16="http://schemas.microsoft.com/office/drawing/2014/main" id="{791B7F23-D6C8-490D-9F3C-42B71DA72A3B}"/>
              </a:ext>
            </a:extLst>
          </p:cNvPr>
          <p:cNvSpPr/>
          <p:nvPr/>
        </p:nvSpPr>
        <p:spPr>
          <a:xfrm>
            <a:off x="279400" y="5670550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Q</a:t>
            </a:r>
            <a:endParaRPr lang="ko-KR" altLang="en-US" dirty="0"/>
          </a:p>
        </p:txBody>
      </p:sp>
      <p:sp>
        <p:nvSpPr>
          <p:cNvPr id="54" name="타원 53">
            <a:extLst>
              <a:ext uri="{FF2B5EF4-FFF2-40B4-BE49-F238E27FC236}">
                <a16:creationId xmlns:a16="http://schemas.microsoft.com/office/drawing/2014/main" id="{B22820E4-24DA-441E-9586-F36A535A78A8}"/>
              </a:ext>
            </a:extLst>
          </p:cNvPr>
          <p:cNvSpPr/>
          <p:nvPr/>
        </p:nvSpPr>
        <p:spPr>
          <a:xfrm>
            <a:off x="1473200" y="5689600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W</a:t>
            </a:r>
            <a:endParaRPr lang="ko-KR" altLang="en-US" dirty="0"/>
          </a:p>
        </p:txBody>
      </p:sp>
      <p:sp>
        <p:nvSpPr>
          <p:cNvPr id="55" name="타원 54">
            <a:extLst>
              <a:ext uri="{FF2B5EF4-FFF2-40B4-BE49-F238E27FC236}">
                <a16:creationId xmlns:a16="http://schemas.microsoft.com/office/drawing/2014/main" id="{5309C6CD-18A7-426B-B2C7-17AD111385FD}"/>
              </a:ext>
            </a:extLst>
          </p:cNvPr>
          <p:cNvSpPr/>
          <p:nvPr/>
        </p:nvSpPr>
        <p:spPr>
          <a:xfrm>
            <a:off x="2863850" y="5721350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E</a:t>
            </a:r>
            <a:endParaRPr lang="ko-KR" altLang="en-US" dirty="0"/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CC6CE39D-EF9D-4E78-AB12-673BE95735FA}"/>
              </a:ext>
            </a:extLst>
          </p:cNvPr>
          <p:cNvSpPr/>
          <p:nvPr/>
        </p:nvSpPr>
        <p:spPr>
          <a:xfrm>
            <a:off x="4140200" y="5740400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R</a:t>
            </a:r>
            <a:endParaRPr lang="ko-KR" altLang="en-US" dirty="0"/>
          </a:p>
        </p:txBody>
      </p:sp>
      <p:sp>
        <p:nvSpPr>
          <p:cNvPr id="63" name="타원 62">
            <a:extLst>
              <a:ext uri="{FF2B5EF4-FFF2-40B4-BE49-F238E27FC236}">
                <a16:creationId xmlns:a16="http://schemas.microsoft.com/office/drawing/2014/main" id="{0BF578C2-45AF-4E73-8330-A99E52591495}"/>
              </a:ext>
            </a:extLst>
          </p:cNvPr>
          <p:cNvSpPr/>
          <p:nvPr/>
        </p:nvSpPr>
        <p:spPr>
          <a:xfrm>
            <a:off x="5467350" y="5772150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Space</a:t>
            </a:r>
            <a:endParaRPr lang="ko-KR" altLang="en-US" sz="1200" dirty="0"/>
          </a:p>
        </p:txBody>
      </p: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CFD1D3B0-9BC2-430A-8313-152B1695CBA2}"/>
              </a:ext>
            </a:extLst>
          </p:cNvPr>
          <p:cNvGrpSpPr/>
          <p:nvPr/>
        </p:nvGrpSpPr>
        <p:grpSpPr>
          <a:xfrm>
            <a:off x="2387600" y="0"/>
            <a:ext cx="1092200" cy="1092200"/>
            <a:chOff x="298450" y="88900"/>
            <a:chExt cx="1092200" cy="1092200"/>
          </a:xfrm>
        </p:grpSpPr>
        <p:pic>
          <p:nvPicPr>
            <p:cNvPr id="65" name="그림 64">
              <a:extLst>
                <a:ext uri="{FF2B5EF4-FFF2-40B4-BE49-F238E27FC236}">
                  <a16:creationId xmlns:a16="http://schemas.microsoft.com/office/drawing/2014/main" id="{6551331F-FF68-4AE0-8C1B-111C0DE4341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8450" y="88900"/>
              <a:ext cx="1092200" cy="1092200"/>
            </a:xfrm>
            <a:prstGeom prst="rect">
              <a:avLst/>
            </a:prstGeom>
          </p:spPr>
        </p:pic>
        <p:pic>
          <p:nvPicPr>
            <p:cNvPr id="66" name="그림 65">
              <a:extLst>
                <a:ext uri="{FF2B5EF4-FFF2-40B4-BE49-F238E27FC236}">
                  <a16:creationId xmlns:a16="http://schemas.microsoft.com/office/drawing/2014/main" id="{99025C68-8B5A-46EC-8452-C5BEEFB4816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3850" y="88900"/>
              <a:ext cx="1016000" cy="1016000"/>
            </a:xfrm>
            <a:prstGeom prst="rect">
              <a:avLst/>
            </a:prstGeom>
          </p:spPr>
        </p:pic>
      </p:grp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C0BC6D4C-CE4A-4EE4-9377-66F7CDDF03DE}"/>
              </a:ext>
            </a:extLst>
          </p:cNvPr>
          <p:cNvGrpSpPr/>
          <p:nvPr/>
        </p:nvGrpSpPr>
        <p:grpSpPr>
          <a:xfrm>
            <a:off x="4368800" y="0"/>
            <a:ext cx="1092200" cy="1092200"/>
            <a:chOff x="298450" y="88900"/>
            <a:chExt cx="1092200" cy="1092200"/>
          </a:xfrm>
        </p:grpSpPr>
        <p:pic>
          <p:nvPicPr>
            <p:cNvPr id="68" name="그림 67">
              <a:extLst>
                <a:ext uri="{FF2B5EF4-FFF2-40B4-BE49-F238E27FC236}">
                  <a16:creationId xmlns:a16="http://schemas.microsoft.com/office/drawing/2014/main" id="{248DDE48-1485-41C5-8001-0F2F79D9D96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8450" y="88900"/>
              <a:ext cx="1092200" cy="1092200"/>
            </a:xfrm>
            <a:prstGeom prst="rect">
              <a:avLst/>
            </a:prstGeom>
          </p:spPr>
        </p:pic>
        <p:pic>
          <p:nvPicPr>
            <p:cNvPr id="69" name="그림 68">
              <a:extLst>
                <a:ext uri="{FF2B5EF4-FFF2-40B4-BE49-F238E27FC236}">
                  <a16:creationId xmlns:a16="http://schemas.microsoft.com/office/drawing/2014/main" id="{F0770E70-86D6-462F-BBF7-DA3C04266A5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3850" y="88900"/>
              <a:ext cx="1016000" cy="1016000"/>
            </a:xfrm>
            <a:prstGeom prst="rect">
              <a:avLst/>
            </a:prstGeom>
          </p:spPr>
        </p:pic>
      </p:grpSp>
      <p:grpSp>
        <p:nvGrpSpPr>
          <p:cNvPr id="70" name="그룹 69">
            <a:extLst>
              <a:ext uri="{FF2B5EF4-FFF2-40B4-BE49-F238E27FC236}">
                <a16:creationId xmlns:a16="http://schemas.microsoft.com/office/drawing/2014/main" id="{9653388A-ABA1-4583-9A49-C6F0CEAEB87A}"/>
              </a:ext>
            </a:extLst>
          </p:cNvPr>
          <p:cNvGrpSpPr/>
          <p:nvPr/>
        </p:nvGrpSpPr>
        <p:grpSpPr>
          <a:xfrm>
            <a:off x="6388100" y="0"/>
            <a:ext cx="1092200" cy="1092200"/>
            <a:chOff x="298450" y="88900"/>
            <a:chExt cx="1092200" cy="1092200"/>
          </a:xfrm>
        </p:grpSpPr>
        <p:pic>
          <p:nvPicPr>
            <p:cNvPr id="71" name="그림 70">
              <a:extLst>
                <a:ext uri="{FF2B5EF4-FFF2-40B4-BE49-F238E27FC236}">
                  <a16:creationId xmlns:a16="http://schemas.microsoft.com/office/drawing/2014/main" id="{A0117291-09E1-450D-B2AB-7154AE068CC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8450" y="88900"/>
              <a:ext cx="1092200" cy="1092200"/>
            </a:xfrm>
            <a:prstGeom prst="rect">
              <a:avLst/>
            </a:prstGeom>
          </p:spPr>
        </p:pic>
        <p:pic>
          <p:nvPicPr>
            <p:cNvPr id="72" name="그림 71">
              <a:extLst>
                <a:ext uri="{FF2B5EF4-FFF2-40B4-BE49-F238E27FC236}">
                  <a16:creationId xmlns:a16="http://schemas.microsoft.com/office/drawing/2014/main" id="{63DF7EF1-CE09-4E75-8611-8E44883493A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3850" y="88900"/>
              <a:ext cx="1016000" cy="1016000"/>
            </a:xfrm>
            <a:prstGeom prst="rect">
              <a:avLst/>
            </a:prstGeom>
          </p:spPr>
        </p:pic>
      </p:grp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17A39913-2D12-47E1-BAFE-6EA46F0E5FA8}"/>
              </a:ext>
            </a:extLst>
          </p:cNvPr>
          <p:cNvGrpSpPr/>
          <p:nvPr/>
        </p:nvGrpSpPr>
        <p:grpSpPr>
          <a:xfrm>
            <a:off x="8458200" y="0"/>
            <a:ext cx="1092200" cy="1092200"/>
            <a:chOff x="298450" y="88900"/>
            <a:chExt cx="1092200" cy="1092200"/>
          </a:xfrm>
        </p:grpSpPr>
        <p:pic>
          <p:nvPicPr>
            <p:cNvPr id="74" name="그림 73">
              <a:extLst>
                <a:ext uri="{FF2B5EF4-FFF2-40B4-BE49-F238E27FC236}">
                  <a16:creationId xmlns:a16="http://schemas.microsoft.com/office/drawing/2014/main" id="{6C891269-E238-485B-9F1D-1809298D685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8450" y="88900"/>
              <a:ext cx="1092200" cy="1092200"/>
            </a:xfrm>
            <a:prstGeom prst="rect">
              <a:avLst/>
            </a:prstGeom>
          </p:spPr>
        </p:pic>
        <p:pic>
          <p:nvPicPr>
            <p:cNvPr id="75" name="그림 74">
              <a:extLst>
                <a:ext uri="{FF2B5EF4-FFF2-40B4-BE49-F238E27FC236}">
                  <a16:creationId xmlns:a16="http://schemas.microsoft.com/office/drawing/2014/main" id="{6DFE4725-B44A-43D9-B03B-2D94B7F6CEA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3850" y="88900"/>
              <a:ext cx="1016000" cy="1016000"/>
            </a:xfrm>
            <a:prstGeom prst="rect">
              <a:avLst/>
            </a:prstGeom>
          </p:spPr>
        </p:pic>
      </p:grpSp>
      <p:pic>
        <p:nvPicPr>
          <p:cNvPr id="23" name="그림 22">
            <a:extLst>
              <a:ext uri="{FF2B5EF4-FFF2-40B4-BE49-F238E27FC236}">
                <a16:creationId xmlns:a16="http://schemas.microsoft.com/office/drawing/2014/main" id="{EF7D5D45-470F-48AF-9F5C-8C33133976D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4800" y="1193800"/>
            <a:ext cx="1981198" cy="1320799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737B18D8-8927-4BA2-A330-9937A860218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350" y="4248150"/>
            <a:ext cx="2362200" cy="1574800"/>
          </a:xfrm>
          <a:prstGeom prst="rect">
            <a:avLst/>
          </a:prstGeom>
        </p:spPr>
      </p:pic>
      <p:pic>
        <p:nvPicPr>
          <p:cNvPr id="79" name="그림 78">
            <a:extLst>
              <a:ext uri="{FF2B5EF4-FFF2-40B4-BE49-F238E27FC236}">
                <a16:creationId xmlns:a16="http://schemas.microsoft.com/office/drawing/2014/main" id="{21371C23-2DF9-444C-8C6E-1D2496CDE5A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0800" y="4292600"/>
            <a:ext cx="1441450" cy="1441450"/>
          </a:xfrm>
          <a:prstGeom prst="rect">
            <a:avLst/>
          </a:prstGeom>
        </p:spPr>
      </p:pic>
      <p:pic>
        <p:nvPicPr>
          <p:cNvPr id="81" name="그림 80">
            <a:extLst>
              <a:ext uri="{FF2B5EF4-FFF2-40B4-BE49-F238E27FC236}">
                <a16:creationId xmlns:a16="http://schemas.microsoft.com/office/drawing/2014/main" id="{BC99A3BA-27D6-4E32-8029-F2C2F8350B2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0150" y="1291166"/>
            <a:ext cx="1663700" cy="1109133"/>
          </a:xfrm>
          <a:prstGeom prst="rect">
            <a:avLst/>
          </a:prstGeom>
        </p:spPr>
      </p:pic>
      <p:sp>
        <p:nvSpPr>
          <p:cNvPr id="76" name="직사각형 75">
            <a:extLst>
              <a:ext uri="{FF2B5EF4-FFF2-40B4-BE49-F238E27FC236}">
                <a16:creationId xmlns:a16="http://schemas.microsoft.com/office/drawing/2014/main" id="{8FB880C9-609E-454B-9B83-76AD87076FEC}"/>
              </a:ext>
            </a:extLst>
          </p:cNvPr>
          <p:cNvSpPr/>
          <p:nvPr/>
        </p:nvSpPr>
        <p:spPr>
          <a:xfrm>
            <a:off x="724156" y="2301342"/>
            <a:ext cx="9131726" cy="8591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28P</a:t>
            </a:r>
            <a:r>
              <a:rPr lang="ko-KR" altLang="en-US" dirty="0"/>
              <a:t>는 현재 </a:t>
            </a:r>
            <a:r>
              <a:rPr lang="ko-KR" altLang="en-US" dirty="0" err="1"/>
              <a:t>공사중</a:t>
            </a:r>
            <a:r>
              <a:rPr lang="en-US" altLang="ko-KR" dirty="0"/>
              <a:t>. </a:t>
            </a:r>
            <a:r>
              <a:rPr lang="ko-KR" altLang="en-US" dirty="0"/>
              <a:t>메뉴 디자인을 아직 구현 못했어요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687200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직사각형 75">
            <a:extLst>
              <a:ext uri="{FF2B5EF4-FFF2-40B4-BE49-F238E27FC236}">
                <a16:creationId xmlns:a16="http://schemas.microsoft.com/office/drawing/2014/main" id="{6E67D5D3-6379-4B94-A215-1D6DB7001BF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C07928DE-821E-45A5-B456-7207A3D48CBD}"/>
              </a:ext>
            </a:extLst>
          </p:cNvPr>
          <p:cNvSpPr/>
          <p:nvPr/>
        </p:nvSpPr>
        <p:spPr>
          <a:xfrm>
            <a:off x="3185058" y="1092370"/>
            <a:ext cx="6057133" cy="498931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7FE2DFA-8ED0-423D-ADCF-09381AAFA8D9}"/>
              </a:ext>
            </a:extLst>
          </p:cNvPr>
          <p:cNvSpPr txBox="1"/>
          <p:nvPr/>
        </p:nvSpPr>
        <p:spPr>
          <a:xfrm>
            <a:off x="5069090" y="1331710"/>
            <a:ext cx="22890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라운드 클리어 로고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EAFC3EF-60F7-438C-AFB0-E55A710C4E92}"/>
              </a:ext>
            </a:extLst>
          </p:cNvPr>
          <p:cNvSpPr txBox="1"/>
          <p:nvPr/>
        </p:nvSpPr>
        <p:spPr>
          <a:xfrm>
            <a:off x="3410073" y="1913695"/>
            <a:ext cx="1724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주문 성공 횟수</a:t>
            </a:r>
          </a:p>
        </p:txBody>
      </p: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BD42F140-83E9-46B4-8E83-4707698AE38A}"/>
              </a:ext>
            </a:extLst>
          </p:cNvPr>
          <p:cNvCxnSpPr/>
          <p:nvPr/>
        </p:nvCxnSpPr>
        <p:spPr>
          <a:xfrm>
            <a:off x="3387576" y="3645373"/>
            <a:ext cx="533911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BCE58FA6-FE29-4298-BB48-4FF9C705CB6E}"/>
              </a:ext>
            </a:extLst>
          </p:cNvPr>
          <p:cNvSpPr txBox="1"/>
          <p:nvPr/>
        </p:nvSpPr>
        <p:spPr>
          <a:xfrm>
            <a:off x="3410073" y="2446582"/>
            <a:ext cx="24997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주문 실수 횟수</a:t>
            </a:r>
          </a:p>
        </p:txBody>
      </p: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9D2F6AEB-8C7F-44A3-ACED-C2675482645F}"/>
              </a:ext>
            </a:extLst>
          </p:cNvPr>
          <p:cNvCxnSpPr/>
          <p:nvPr/>
        </p:nvCxnSpPr>
        <p:spPr>
          <a:xfrm>
            <a:off x="3404963" y="2980541"/>
            <a:ext cx="533911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708FDBE4-3F6D-4A2B-9B14-D8E44EC8D5F9}"/>
              </a:ext>
            </a:extLst>
          </p:cNvPr>
          <p:cNvSpPr txBox="1"/>
          <p:nvPr/>
        </p:nvSpPr>
        <p:spPr>
          <a:xfrm>
            <a:off x="3409050" y="3145168"/>
            <a:ext cx="24997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슬라임</a:t>
            </a:r>
            <a:r>
              <a:rPr lang="ko-KR" altLang="en-US" dirty="0"/>
              <a:t> 죽음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B9139E6-44F3-414B-A081-5C1AA2BE30BD}"/>
              </a:ext>
            </a:extLst>
          </p:cNvPr>
          <p:cNvSpPr txBox="1"/>
          <p:nvPr/>
        </p:nvSpPr>
        <p:spPr>
          <a:xfrm>
            <a:off x="3414164" y="3776247"/>
            <a:ext cx="24997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화재 타일</a:t>
            </a:r>
          </a:p>
        </p:txBody>
      </p: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5180DE95-5CB8-433B-B796-EE27433D7DE9}"/>
              </a:ext>
            </a:extLst>
          </p:cNvPr>
          <p:cNvCxnSpPr/>
          <p:nvPr/>
        </p:nvCxnSpPr>
        <p:spPr>
          <a:xfrm>
            <a:off x="3409054" y="4262085"/>
            <a:ext cx="533911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CC250DEE-C4DC-4426-9CDF-19FBC425369E}"/>
              </a:ext>
            </a:extLst>
          </p:cNvPr>
          <p:cNvSpPr txBox="1"/>
          <p:nvPr/>
        </p:nvSpPr>
        <p:spPr>
          <a:xfrm>
            <a:off x="4963739" y="4579160"/>
            <a:ext cx="24997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합계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3BBDF6E-C48E-4C9B-80AB-3270DDAC3FCD}"/>
              </a:ext>
            </a:extLst>
          </p:cNvPr>
          <p:cNvSpPr txBox="1"/>
          <p:nvPr/>
        </p:nvSpPr>
        <p:spPr>
          <a:xfrm>
            <a:off x="4963739" y="5013858"/>
            <a:ext cx="24997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/>
              <a:t>999999</a:t>
            </a:r>
            <a:r>
              <a:rPr lang="ko-KR" altLang="en-US" sz="2400" dirty="0"/>
              <a:t>점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4DDDA6B-434C-4F03-A029-F20DF3E4E0E3}"/>
              </a:ext>
            </a:extLst>
          </p:cNvPr>
          <p:cNvSpPr txBox="1"/>
          <p:nvPr/>
        </p:nvSpPr>
        <p:spPr>
          <a:xfrm>
            <a:off x="7499307" y="1913695"/>
            <a:ext cx="13317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dirty="0"/>
              <a:t>99999</a:t>
            </a:r>
            <a:r>
              <a:rPr lang="ko-KR" altLang="en-US" dirty="0"/>
              <a:t>점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1BE4624-8865-4817-A7DC-0488BCD76263}"/>
              </a:ext>
            </a:extLst>
          </p:cNvPr>
          <p:cNvSpPr txBox="1"/>
          <p:nvPr/>
        </p:nvSpPr>
        <p:spPr>
          <a:xfrm>
            <a:off x="7554540" y="2446582"/>
            <a:ext cx="12764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/>
              <a:t>-99999</a:t>
            </a:r>
            <a:r>
              <a:rPr lang="ko-KR" altLang="en-US" dirty="0"/>
              <a:t>점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8EA1053-3FC4-4CCD-8460-E15EE18C2A4D}"/>
              </a:ext>
            </a:extLst>
          </p:cNvPr>
          <p:cNvSpPr txBox="1"/>
          <p:nvPr/>
        </p:nvSpPr>
        <p:spPr>
          <a:xfrm>
            <a:off x="7474760" y="3145168"/>
            <a:ext cx="1356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/>
              <a:t>-99999</a:t>
            </a:r>
            <a:r>
              <a:rPr lang="ko-KR" altLang="en-US" dirty="0"/>
              <a:t>점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052438F-6691-4DD5-AF2B-31E94DF86DCC}"/>
              </a:ext>
            </a:extLst>
          </p:cNvPr>
          <p:cNvSpPr txBox="1"/>
          <p:nvPr/>
        </p:nvSpPr>
        <p:spPr>
          <a:xfrm>
            <a:off x="7714099" y="3776247"/>
            <a:ext cx="11169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dirty="0"/>
              <a:t>-9999</a:t>
            </a:r>
            <a:r>
              <a:rPr lang="ko-KR" altLang="en-US" dirty="0"/>
              <a:t>점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0D0513D-70F8-4F58-92E6-4F10E15FABFA}"/>
              </a:ext>
            </a:extLst>
          </p:cNvPr>
          <p:cNvSpPr txBox="1"/>
          <p:nvPr/>
        </p:nvSpPr>
        <p:spPr>
          <a:xfrm>
            <a:off x="5486400" y="1913695"/>
            <a:ext cx="20497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99</a:t>
            </a:r>
            <a:r>
              <a:rPr lang="ko-KR" altLang="en-US" dirty="0"/>
              <a:t>번 </a:t>
            </a:r>
            <a:r>
              <a:rPr lang="en-US" altLang="ko-KR" dirty="0"/>
              <a:t>X 1000</a:t>
            </a:r>
            <a:r>
              <a:rPr lang="ko-KR" altLang="en-US" dirty="0"/>
              <a:t>점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B522E09-4351-45BF-897D-F76DEE387B00}"/>
              </a:ext>
            </a:extLst>
          </p:cNvPr>
          <p:cNvSpPr txBox="1"/>
          <p:nvPr/>
        </p:nvSpPr>
        <p:spPr>
          <a:xfrm>
            <a:off x="5486400" y="2446582"/>
            <a:ext cx="18472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99</a:t>
            </a:r>
            <a:r>
              <a:rPr lang="ko-KR" altLang="en-US" dirty="0"/>
              <a:t>번 </a:t>
            </a:r>
            <a:r>
              <a:rPr lang="en-US" altLang="ko-KR" dirty="0"/>
              <a:t>X -1000</a:t>
            </a:r>
            <a:r>
              <a:rPr lang="ko-KR" altLang="en-US" dirty="0"/>
              <a:t>점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EED9F9F-4957-4672-9867-80412703BCAC}"/>
              </a:ext>
            </a:extLst>
          </p:cNvPr>
          <p:cNvSpPr txBox="1"/>
          <p:nvPr/>
        </p:nvSpPr>
        <p:spPr>
          <a:xfrm>
            <a:off x="5486400" y="3145168"/>
            <a:ext cx="1871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99</a:t>
            </a:r>
            <a:r>
              <a:rPr lang="ko-KR" altLang="en-US" dirty="0"/>
              <a:t>번 </a:t>
            </a:r>
            <a:r>
              <a:rPr lang="en-US" altLang="ko-KR" dirty="0"/>
              <a:t>X -500</a:t>
            </a:r>
            <a:r>
              <a:rPr lang="ko-KR" altLang="en-US" dirty="0"/>
              <a:t>점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090E1BC-2E67-4CA1-991B-664B6EC26ACB}"/>
              </a:ext>
            </a:extLst>
          </p:cNvPr>
          <p:cNvSpPr txBox="1"/>
          <p:nvPr/>
        </p:nvSpPr>
        <p:spPr>
          <a:xfrm>
            <a:off x="5486400" y="3776247"/>
            <a:ext cx="17981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99</a:t>
            </a:r>
            <a:r>
              <a:rPr lang="ko-KR" altLang="en-US" dirty="0"/>
              <a:t>번</a:t>
            </a:r>
            <a:r>
              <a:rPr lang="en-US" altLang="ko-KR" dirty="0"/>
              <a:t> X - 100</a:t>
            </a:r>
            <a:r>
              <a:rPr lang="ko-KR" altLang="en-US" dirty="0"/>
              <a:t>점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26CB2271-2574-4AB8-833E-6E8374B562C0}"/>
              </a:ext>
            </a:extLst>
          </p:cNvPr>
          <p:cNvSpPr/>
          <p:nvPr/>
        </p:nvSpPr>
        <p:spPr>
          <a:xfrm>
            <a:off x="5449579" y="5529358"/>
            <a:ext cx="1448311" cy="44185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다음</a:t>
            </a:r>
          </a:p>
        </p:txBody>
      </p:sp>
    </p:spTree>
    <p:extLst>
      <p:ext uri="{BB962C8B-B14F-4D97-AF65-F5344CB8AC3E}">
        <p14:creationId xmlns:p14="http://schemas.microsoft.com/office/powerpoint/2010/main" val="20953827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직사각형 75">
            <a:extLst>
              <a:ext uri="{FF2B5EF4-FFF2-40B4-BE49-F238E27FC236}">
                <a16:creationId xmlns:a16="http://schemas.microsoft.com/office/drawing/2014/main" id="{6E67D5D3-6379-4B94-A215-1D6DB7001BF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C07928DE-821E-45A5-B456-7207A3D48CBD}"/>
              </a:ext>
            </a:extLst>
          </p:cNvPr>
          <p:cNvSpPr/>
          <p:nvPr/>
        </p:nvSpPr>
        <p:spPr>
          <a:xfrm>
            <a:off x="3185058" y="1092371"/>
            <a:ext cx="6057133" cy="349190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7FE2DFA-8ED0-423D-ADCF-09381AAFA8D9}"/>
              </a:ext>
            </a:extLst>
          </p:cNvPr>
          <p:cNvSpPr txBox="1"/>
          <p:nvPr/>
        </p:nvSpPr>
        <p:spPr>
          <a:xfrm>
            <a:off x="5069090" y="1331710"/>
            <a:ext cx="22890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게임 오버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B9139E6-44F3-414B-A081-5C1AA2BE30BD}"/>
              </a:ext>
            </a:extLst>
          </p:cNvPr>
          <p:cNvSpPr txBox="1"/>
          <p:nvPr/>
        </p:nvSpPr>
        <p:spPr>
          <a:xfrm>
            <a:off x="3414164" y="2002680"/>
            <a:ext cx="24997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주문 목표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C250DEE-C4DC-4426-9CDF-19FBC425369E}"/>
              </a:ext>
            </a:extLst>
          </p:cNvPr>
          <p:cNvSpPr txBox="1"/>
          <p:nvPr/>
        </p:nvSpPr>
        <p:spPr>
          <a:xfrm>
            <a:off x="4963739" y="2805593"/>
            <a:ext cx="24997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합계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3BBDF6E-C48E-4C9B-80AB-3270DDAC3FCD}"/>
              </a:ext>
            </a:extLst>
          </p:cNvPr>
          <p:cNvSpPr txBox="1"/>
          <p:nvPr/>
        </p:nvSpPr>
        <p:spPr>
          <a:xfrm>
            <a:off x="4963739" y="3240291"/>
            <a:ext cx="24997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/>
              <a:t>999999</a:t>
            </a:r>
            <a:r>
              <a:rPr lang="ko-KR" altLang="en-US" sz="2400" dirty="0"/>
              <a:t>점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052438F-6691-4DD5-AF2B-31E94DF86DCC}"/>
              </a:ext>
            </a:extLst>
          </p:cNvPr>
          <p:cNvSpPr txBox="1"/>
          <p:nvPr/>
        </p:nvSpPr>
        <p:spPr>
          <a:xfrm>
            <a:off x="7714099" y="2002680"/>
            <a:ext cx="11169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dirty="0"/>
              <a:t>99999</a:t>
            </a:r>
            <a:r>
              <a:rPr lang="ko-KR" altLang="en-US" dirty="0"/>
              <a:t>점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090E1BC-2E67-4CA1-991B-664B6EC26ACB}"/>
              </a:ext>
            </a:extLst>
          </p:cNvPr>
          <p:cNvSpPr txBox="1"/>
          <p:nvPr/>
        </p:nvSpPr>
        <p:spPr>
          <a:xfrm>
            <a:off x="5486400" y="2002680"/>
            <a:ext cx="17981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99</a:t>
            </a:r>
            <a:r>
              <a:rPr lang="ko-KR" altLang="en-US" dirty="0"/>
              <a:t>번</a:t>
            </a:r>
            <a:r>
              <a:rPr lang="en-US" altLang="ko-KR" dirty="0"/>
              <a:t> X 1000</a:t>
            </a:r>
            <a:r>
              <a:rPr lang="ko-KR" altLang="en-US" dirty="0"/>
              <a:t>점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26CB2271-2574-4AB8-833E-6E8374B562C0}"/>
              </a:ext>
            </a:extLst>
          </p:cNvPr>
          <p:cNvSpPr/>
          <p:nvPr/>
        </p:nvSpPr>
        <p:spPr>
          <a:xfrm>
            <a:off x="4700876" y="3774202"/>
            <a:ext cx="1448311" cy="44185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1-1</a:t>
            </a:r>
            <a:r>
              <a:rPr lang="ko-KR" altLang="en-US" dirty="0"/>
              <a:t>부터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D77C8B01-40FE-4D8C-B002-0EB178805502}"/>
              </a:ext>
            </a:extLst>
          </p:cNvPr>
          <p:cNvSpPr/>
          <p:nvPr/>
        </p:nvSpPr>
        <p:spPr>
          <a:xfrm>
            <a:off x="6265789" y="3774202"/>
            <a:ext cx="1448311" cy="44185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타이틀로</a:t>
            </a:r>
          </a:p>
        </p:txBody>
      </p:sp>
    </p:spTree>
    <p:extLst>
      <p:ext uri="{BB962C8B-B14F-4D97-AF65-F5344CB8AC3E}">
        <p14:creationId xmlns:p14="http://schemas.microsoft.com/office/powerpoint/2010/main" val="5396255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직사각형 19">
            <a:extLst>
              <a:ext uri="{FF2B5EF4-FFF2-40B4-BE49-F238E27FC236}">
                <a16:creationId xmlns:a16="http://schemas.microsoft.com/office/drawing/2014/main" id="{8EA2D90F-F37D-425E-B8B3-B53287A0FF38}"/>
              </a:ext>
            </a:extLst>
          </p:cNvPr>
          <p:cNvSpPr/>
          <p:nvPr/>
        </p:nvSpPr>
        <p:spPr>
          <a:xfrm>
            <a:off x="1478996" y="484816"/>
            <a:ext cx="9131726" cy="8591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3-3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스테이지 이름 최대 길이 한글특수문자 공백포함 </a:t>
            </a:r>
            <a:r>
              <a:rPr lang="en-US" altLang="ko-KR" dirty="0"/>
              <a:t>30</a:t>
            </a:r>
            <a:r>
              <a:rPr lang="ko-KR" altLang="en-US" dirty="0"/>
              <a:t>자 이내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D329D21-CC58-47DC-BEF6-70287B884D8F}"/>
              </a:ext>
            </a:extLst>
          </p:cNvPr>
          <p:cNvSpPr/>
          <p:nvPr/>
        </p:nvSpPr>
        <p:spPr>
          <a:xfrm>
            <a:off x="1491270" y="1448311"/>
            <a:ext cx="9107178" cy="49033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6927115-473C-4E22-9966-046812B8EF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7118" y="1796797"/>
            <a:ext cx="4577325" cy="2761366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3FEBA683-2FD9-415B-A52A-95305E46041D}"/>
              </a:ext>
            </a:extLst>
          </p:cNvPr>
          <p:cNvSpPr/>
          <p:nvPr/>
        </p:nvSpPr>
        <p:spPr>
          <a:xfrm>
            <a:off x="7008354" y="1785843"/>
            <a:ext cx="3043909" cy="278615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1D232FDF-ED09-4E32-8014-95E758BB0336}"/>
              </a:ext>
            </a:extLst>
          </p:cNvPr>
          <p:cNvSpPr/>
          <p:nvPr/>
        </p:nvSpPr>
        <p:spPr>
          <a:xfrm>
            <a:off x="5449579" y="5529358"/>
            <a:ext cx="1448311" cy="44185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다음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8A7196-A9AE-4593-AF00-B80A38DA622F}"/>
              </a:ext>
            </a:extLst>
          </p:cNvPr>
          <p:cNvSpPr txBox="1"/>
          <p:nvPr/>
        </p:nvSpPr>
        <p:spPr>
          <a:xfrm>
            <a:off x="3191195" y="4719286"/>
            <a:ext cx="56459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TIP: </a:t>
            </a:r>
            <a:r>
              <a:rPr lang="ko-KR" altLang="en-US" dirty="0">
                <a:solidFill>
                  <a:schemeClr val="bg1"/>
                </a:solidFill>
              </a:rPr>
              <a:t>최대 </a:t>
            </a:r>
            <a:r>
              <a:rPr lang="en-US" altLang="ko-KR" dirty="0">
                <a:solidFill>
                  <a:schemeClr val="bg1"/>
                </a:solidFill>
              </a:rPr>
              <a:t>2</a:t>
            </a:r>
            <a:r>
              <a:rPr lang="ko-KR" altLang="en-US" dirty="0">
                <a:solidFill>
                  <a:schemeClr val="bg1"/>
                </a:solidFill>
              </a:rPr>
              <a:t>줄 한글공백포함</a:t>
            </a:r>
            <a:r>
              <a:rPr lang="en-US" altLang="ko-KR" dirty="0">
                <a:solidFill>
                  <a:schemeClr val="bg1"/>
                </a:solidFill>
              </a:rPr>
              <a:t>30</a:t>
            </a:r>
            <a:r>
              <a:rPr lang="ko-KR" altLang="en-US" dirty="0" err="1">
                <a:solidFill>
                  <a:schemeClr val="bg1"/>
                </a:solidFill>
              </a:rPr>
              <a:t>자이내로작성해주세요</a:t>
            </a:r>
            <a:br>
              <a:rPr lang="en-US" altLang="ko-KR" dirty="0">
                <a:solidFill>
                  <a:schemeClr val="bg1"/>
                </a:solidFill>
              </a:rPr>
            </a:br>
            <a:r>
              <a:rPr lang="en-US" altLang="ko-KR" dirty="0">
                <a:solidFill>
                  <a:schemeClr val="bg1"/>
                </a:solidFill>
              </a:rPr>
              <a:t>TIP: </a:t>
            </a:r>
            <a:r>
              <a:rPr lang="ko-KR" altLang="en-US" dirty="0">
                <a:solidFill>
                  <a:schemeClr val="bg1"/>
                </a:solidFill>
              </a:rPr>
              <a:t>최대 </a:t>
            </a:r>
            <a:r>
              <a:rPr lang="en-US" altLang="ko-KR" dirty="0">
                <a:solidFill>
                  <a:schemeClr val="bg1"/>
                </a:solidFill>
              </a:rPr>
              <a:t>2</a:t>
            </a:r>
            <a:r>
              <a:rPr lang="ko-KR" altLang="en-US" dirty="0">
                <a:solidFill>
                  <a:schemeClr val="bg1"/>
                </a:solidFill>
              </a:rPr>
              <a:t>줄 한글공백포함</a:t>
            </a:r>
            <a:r>
              <a:rPr lang="en-US" altLang="ko-KR" dirty="0">
                <a:solidFill>
                  <a:schemeClr val="bg1"/>
                </a:solidFill>
              </a:rPr>
              <a:t>30</a:t>
            </a:r>
            <a:r>
              <a:rPr lang="ko-KR" altLang="en-US" dirty="0" err="1">
                <a:solidFill>
                  <a:schemeClr val="bg1"/>
                </a:solidFill>
              </a:rPr>
              <a:t>자이내로작성해주세요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C7A105-1EE3-4942-82AB-712B36BA228F}"/>
              </a:ext>
            </a:extLst>
          </p:cNvPr>
          <p:cNvSpPr txBox="1"/>
          <p:nvPr/>
        </p:nvSpPr>
        <p:spPr>
          <a:xfrm>
            <a:off x="7008354" y="1804252"/>
            <a:ext cx="3031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나올 수 있는 음식 목록</a:t>
            </a: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16AE8377-EB45-4515-8513-87902ACC483E}"/>
              </a:ext>
            </a:extLst>
          </p:cNvPr>
          <p:cNvSpPr/>
          <p:nvPr/>
        </p:nvSpPr>
        <p:spPr>
          <a:xfrm>
            <a:off x="7075860" y="2424080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0B94737C-03B1-410F-AD96-88D6F232E910}"/>
              </a:ext>
            </a:extLst>
          </p:cNvPr>
          <p:cNvSpPr/>
          <p:nvPr/>
        </p:nvSpPr>
        <p:spPr>
          <a:xfrm>
            <a:off x="8091519" y="2424080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3EAD34DE-3C1E-431E-A65B-644E12FE4068}"/>
              </a:ext>
            </a:extLst>
          </p:cNvPr>
          <p:cNvSpPr/>
          <p:nvPr/>
        </p:nvSpPr>
        <p:spPr>
          <a:xfrm>
            <a:off x="9107178" y="2430217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A8034BE7-FAEC-43FE-9B7C-284A4F4ADCDA}"/>
              </a:ext>
            </a:extLst>
          </p:cNvPr>
          <p:cNvSpPr/>
          <p:nvPr/>
        </p:nvSpPr>
        <p:spPr>
          <a:xfrm>
            <a:off x="7069723" y="3424397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57F84794-92F5-4178-89E2-B688E9BF522C}"/>
              </a:ext>
            </a:extLst>
          </p:cNvPr>
          <p:cNvSpPr/>
          <p:nvPr/>
        </p:nvSpPr>
        <p:spPr>
          <a:xfrm>
            <a:off x="8085382" y="3424397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D78C21F4-ADE1-4DB9-B508-D799F0E756E6}"/>
              </a:ext>
            </a:extLst>
          </p:cNvPr>
          <p:cNvSpPr/>
          <p:nvPr/>
        </p:nvSpPr>
        <p:spPr>
          <a:xfrm>
            <a:off x="9101041" y="3430534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38017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직사각형 19">
            <a:extLst>
              <a:ext uri="{FF2B5EF4-FFF2-40B4-BE49-F238E27FC236}">
                <a16:creationId xmlns:a16="http://schemas.microsoft.com/office/drawing/2014/main" id="{8EA2D90F-F37D-425E-B8B3-B53287A0FF38}"/>
              </a:ext>
            </a:extLst>
          </p:cNvPr>
          <p:cNvSpPr/>
          <p:nvPr/>
        </p:nvSpPr>
        <p:spPr>
          <a:xfrm>
            <a:off x="1478996" y="484816"/>
            <a:ext cx="9131726" cy="8591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3-3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스테이지 이름 최대 길이 한글특수문자 공백포함 </a:t>
            </a:r>
            <a:r>
              <a:rPr lang="en-US" altLang="ko-KR" dirty="0"/>
              <a:t>30</a:t>
            </a:r>
            <a:r>
              <a:rPr lang="ko-KR" altLang="en-US" dirty="0"/>
              <a:t>자 이내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D329D21-CC58-47DC-BEF6-70287B884D8F}"/>
              </a:ext>
            </a:extLst>
          </p:cNvPr>
          <p:cNvSpPr/>
          <p:nvPr/>
        </p:nvSpPr>
        <p:spPr>
          <a:xfrm>
            <a:off x="1491270" y="1448311"/>
            <a:ext cx="9107178" cy="49033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6927115-473C-4E22-9966-046812B8EF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7118" y="1796797"/>
            <a:ext cx="4577325" cy="2761366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3FEBA683-2FD9-415B-A52A-95305E46041D}"/>
              </a:ext>
            </a:extLst>
          </p:cNvPr>
          <p:cNvSpPr/>
          <p:nvPr/>
        </p:nvSpPr>
        <p:spPr>
          <a:xfrm>
            <a:off x="7008354" y="1785843"/>
            <a:ext cx="3043909" cy="278615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1D232FDF-ED09-4E32-8014-95E758BB0336}"/>
              </a:ext>
            </a:extLst>
          </p:cNvPr>
          <p:cNvSpPr/>
          <p:nvPr/>
        </p:nvSpPr>
        <p:spPr>
          <a:xfrm>
            <a:off x="5449579" y="5529358"/>
            <a:ext cx="1448311" cy="44185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다음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8A7196-A9AE-4593-AF00-B80A38DA622F}"/>
              </a:ext>
            </a:extLst>
          </p:cNvPr>
          <p:cNvSpPr txBox="1"/>
          <p:nvPr/>
        </p:nvSpPr>
        <p:spPr>
          <a:xfrm>
            <a:off x="3191195" y="4719286"/>
            <a:ext cx="56459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TIP: </a:t>
            </a:r>
            <a:r>
              <a:rPr lang="ko-KR" altLang="en-US" dirty="0">
                <a:solidFill>
                  <a:schemeClr val="bg1"/>
                </a:solidFill>
              </a:rPr>
              <a:t>최대 </a:t>
            </a:r>
            <a:r>
              <a:rPr lang="en-US" altLang="ko-KR" dirty="0">
                <a:solidFill>
                  <a:schemeClr val="bg1"/>
                </a:solidFill>
              </a:rPr>
              <a:t>2</a:t>
            </a:r>
            <a:r>
              <a:rPr lang="ko-KR" altLang="en-US" dirty="0">
                <a:solidFill>
                  <a:schemeClr val="bg1"/>
                </a:solidFill>
              </a:rPr>
              <a:t>줄 한글공백포함</a:t>
            </a:r>
            <a:r>
              <a:rPr lang="en-US" altLang="ko-KR" dirty="0">
                <a:solidFill>
                  <a:schemeClr val="bg1"/>
                </a:solidFill>
              </a:rPr>
              <a:t>30</a:t>
            </a:r>
            <a:r>
              <a:rPr lang="ko-KR" altLang="en-US" dirty="0" err="1">
                <a:solidFill>
                  <a:schemeClr val="bg1"/>
                </a:solidFill>
              </a:rPr>
              <a:t>자이내로작성해주세요</a:t>
            </a:r>
            <a:br>
              <a:rPr lang="en-US" altLang="ko-KR" dirty="0">
                <a:solidFill>
                  <a:schemeClr val="bg1"/>
                </a:solidFill>
              </a:rPr>
            </a:br>
            <a:r>
              <a:rPr lang="en-US" altLang="ko-KR" dirty="0">
                <a:solidFill>
                  <a:schemeClr val="bg1"/>
                </a:solidFill>
              </a:rPr>
              <a:t>TIP: </a:t>
            </a:r>
            <a:r>
              <a:rPr lang="ko-KR" altLang="en-US" dirty="0">
                <a:solidFill>
                  <a:schemeClr val="bg1"/>
                </a:solidFill>
              </a:rPr>
              <a:t>최대 </a:t>
            </a:r>
            <a:r>
              <a:rPr lang="en-US" altLang="ko-KR" dirty="0">
                <a:solidFill>
                  <a:schemeClr val="bg1"/>
                </a:solidFill>
              </a:rPr>
              <a:t>2</a:t>
            </a:r>
            <a:r>
              <a:rPr lang="ko-KR" altLang="en-US" dirty="0">
                <a:solidFill>
                  <a:schemeClr val="bg1"/>
                </a:solidFill>
              </a:rPr>
              <a:t>줄 한글공백포함</a:t>
            </a:r>
            <a:r>
              <a:rPr lang="en-US" altLang="ko-KR" dirty="0">
                <a:solidFill>
                  <a:schemeClr val="bg1"/>
                </a:solidFill>
              </a:rPr>
              <a:t>30</a:t>
            </a:r>
            <a:r>
              <a:rPr lang="ko-KR" altLang="en-US" dirty="0" err="1">
                <a:solidFill>
                  <a:schemeClr val="bg1"/>
                </a:solidFill>
              </a:rPr>
              <a:t>자이내로작성해주세요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C7A105-1EE3-4942-82AB-712B36BA228F}"/>
              </a:ext>
            </a:extLst>
          </p:cNvPr>
          <p:cNvSpPr txBox="1"/>
          <p:nvPr/>
        </p:nvSpPr>
        <p:spPr>
          <a:xfrm>
            <a:off x="7008354" y="1804252"/>
            <a:ext cx="3031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나올 수 있는 음식 목록</a:t>
            </a: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16AE8377-EB45-4515-8513-87902ACC483E}"/>
              </a:ext>
            </a:extLst>
          </p:cNvPr>
          <p:cNvSpPr/>
          <p:nvPr/>
        </p:nvSpPr>
        <p:spPr>
          <a:xfrm>
            <a:off x="7075860" y="2424080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0B94737C-03B1-410F-AD96-88D6F232E910}"/>
              </a:ext>
            </a:extLst>
          </p:cNvPr>
          <p:cNvSpPr/>
          <p:nvPr/>
        </p:nvSpPr>
        <p:spPr>
          <a:xfrm>
            <a:off x="8091519" y="2424080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3EAD34DE-3C1E-431E-A65B-644E12FE4068}"/>
              </a:ext>
            </a:extLst>
          </p:cNvPr>
          <p:cNvSpPr/>
          <p:nvPr/>
        </p:nvSpPr>
        <p:spPr>
          <a:xfrm>
            <a:off x="9107178" y="2430217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A8034BE7-FAEC-43FE-9B7C-284A4F4ADCDA}"/>
              </a:ext>
            </a:extLst>
          </p:cNvPr>
          <p:cNvSpPr/>
          <p:nvPr/>
        </p:nvSpPr>
        <p:spPr>
          <a:xfrm>
            <a:off x="7069723" y="3424397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57F84794-92F5-4178-89E2-B688E9BF522C}"/>
              </a:ext>
            </a:extLst>
          </p:cNvPr>
          <p:cNvSpPr/>
          <p:nvPr/>
        </p:nvSpPr>
        <p:spPr>
          <a:xfrm>
            <a:off x="8085382" y="3424397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D78C21F4-ADE1-4DB9-B508-D799F0E756E6}"/>
              </a:ext>
            </a:extLst>
          </p:cNvPr>
          <p:cNvSpPr/>
          <p:nvPr/>
        </p:nvSpPr>
        <p:spPr>
          <a:xfrm>
            <a:off x="9101041" y="3430534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32E1CB4-A9E5-4AE7-9751-0D68C88A0D44}"/>
              </a:ext>
            </a:extLst>
          </p:cNvPr>
          <p:cNvSpPr/>
          <p:nvPr/>
        </p:nvSpPr>
        <p:spPr>
          <a:xfrm>
            <a:off x="8088451" y="2215426"/>
            <a:ext cx="2749337" cy="12457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호버링</a:t>
            </a:r>
            <a:r>
              <a:rPr lang="ko-KR" altLang="en-US" dirty="0"/>
              <a:t> 시 재료 제작 </a:t>
            </a:r>
            <a:endParaRPr lang="en-US" altLang="ko-KR" dirty="0"/>
          </a:p>
          <a:p>
            <a:pPr algn="ctr"/>
            <a:r>
              <a:rPr lang="ko-KR" altLang="en-US" dirty="0"/>
              <a:t>아이콘 표기</a:t>
            </a:r>
          </a:p>
        </p:txBody>
      </p:sp>
    </p:spTree>
    <p:extLst>
      <p:ext uri="{BB962C8B-B14F-4D97-AF65-F5344CB8AC3E}">
        <p14:creationId xmlns:p14="http://schemas.microsoft.com/office/powerpoint/2010/main" val="18274632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자유형: 도형 15">
            <a:extLst>
              <a:ext uri="{FF2B5EF4-FFF2-40B4-BE49-F238E27FC236}">
                <a16:creationId xmlns:a16="http://schemas.microsoft.com/office/drawing/2014/main" id="{BB6698C9-83B2-4AB2-9333-BE40CDAC0E97}"/>
              </a:ext>
            </a:extLst>
          </p:cNvPr>
          <p:cNvSpPr/>
          <p:nvPr/>
        </p:nvSpPr>
        <p:spPr>
          <a:xfrm>
            <a:off x="1480359" y="1491269"/>
            <a:ext cx="2147919" cy="3197332"/>
          </a:xfrm>
          <a:custGeom>
            <a:avLst/>
            <a:gdLst>
              <a:gd name="connsiteX0" fmla="*/ 1060324 w 2147919"/>
              <a:gd name="connsiteY0" fmla="*/ 233202 h 3197332"/>
              <a:gd name="connsiteX1" fmla="*/ 366853 w 2147919"/>
              <a:gd name="connsiteY1" fmla="*/ 926673 h 3197332"/>
              <a:gd name="connsiteX2" fmla="*/ 1060324 w 2147919"/>
              <a:gd name="connsiteY2" fmla="*/ 1620144 h 3197332"/>
              <a:gd name="connsiteX3" fmla="*/ 1753795 w 2147919"/>
              <a:gd name="connsiteY3" fmla="*/ 926673 h 3197332"/>
              <a:gd name="connsiteX4" fmla="*/ 1060324 w 2147919"/>
              <a:gd name="connsiteY4" fmla="*/ 233202 h 3197332"/>
              <a:gd name="connsiteX5" fmla="*/ 0 w 2147919"/>
              <a:gd name="connsiteY5" fmla="*/ 0 h 3197332"/>
              <a:gd name="connsiteX6" fmla="*/ 2147919 w 2147919"/>
              <a:gd name="connsiteY6" fmla="*/ 0 h 3197332"/>
              <a:gd name="connsiteX7" fmla="*/ 2147919 w 2147919"/>
              <a:gd name="connsiteY7" fmla="*/ 3197332 h 3197332"/>
              <a:gd name="connsiteX8" fmla="*/ 0 w 2147919"/>
              <a:gd name="connsiteY8" fmla="*/ 3197332 h 3197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47919" h="3197332">
                <a:moveTo>
                  <a:pt x="1060324" y="233202"/>
                </a:moveTo>
                <a:cubicBezTo>
                  <a:pt x="677331" y="233202"/>
                  <a:pt x="366853" y="543680"/>
                  <a:pt x="366853" y="926673"/>
                </a:cubicBezTo>
                <a:cubicBezTo>
                  <a:pt x="366853" y="1309666"/>
                  <a:pt x="677331" y="1620144"/>
                  <a:pt x="1060324" y="1620144"/>
                </a:cubicBezTo>
                <a:cubicBezTo>
                  <a:pt x="1443317" y="1620144"/>
                  <a:pt x="1753795" y="1309666"/>
                  <a:pt x="1753795" y="926673"/>
                </a:cubicBezTo>
                <a:cubicBezTo>
                  <a:pt x="1753795" y="543680"/>
                  <a:pt x="1443317" y="233202"/>
                  <a:pt x="1060324" y="233202"/>
                </a:cubicBezTo>
                <a:close/>
                <a:moveTo>
                  <a:pt x="0" y="0"/>
                </a:moveTo>
                <a:lnTo>
                  <a:pt x="2147919" y="0"/>
                </a:lnTo>
                <a:lnTo>
                  <a:pt x="2147919" y="3197332"/>
                </a:lnTo>
                <a:lnTo>
                  <a:pt x="0" y="319733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67A5749-427A-4E99-979B-4DD716F8CB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3718" y="1654067"/>
            <a:ext cx="1981198" cy="1320799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1EA000A0-590B-403B-A88A-E2F051952D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2029" y="1572453"/>
            <a:ext cx="2362200" cy="15748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26BCF004-930C-405C-8143-66230111B7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9206" y="1616905"/>
            <a:ext cx="1441450" cy="144145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0EA72FDB-908E-4BCB-985E-1CB8585C8CB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1275" y="1769845"/>
            <a:ext cx="1663700" cy="1109133"/>
          </a:xfrm>
          <a:prstGeom prst="rect">
            <a:avLst/>
          </a:prstGeom>
        </p:spPr>
      </p:pic>
      <p:sp>
        <p:nvSpPr>
          <p:cNvPr id="17" name="자유형: 도형 16">
            <a:extLst>
              <a:ext uri="{FF2B5EF4-FFF2-40B4-BE49-F238E27FC236}">
                <a16:creationId xmlns:a16="http://schemas.microsoft.com/office/drawing/2014/main" id="{EB3DA484-E378-4743-AFC5-DCF958866F6C}"/>
              </a:ext>
            </a:extLst>
          </p:cNvPr>
          <p:cNvSpPr/>
          <p:nvPr/>
        </p:nvSpPr>
        <p:spPr>
          <a:xfrm>
            <a:off x="3807954" y="1491269"/>
            <a:ext cx="2147919" cy="3197332"/>
          </a:xfrm>
          <a:custGeom>
            <a:avLst/>
            <a:gdLst>
              <a:gd name="connsiteX0" fmla="*/ 1060324 w 2147919"/>
              <a:gd name="connsiteY0" fmla="*/ 233202 h 3197332"/>
              <a:gd name="connsiteX1" fmla="*/ 366853 w 2147919"/>
              <a:gd name="connsiteY1" fmla="*/ 926673 h 3197332"/>
              <a:gd name="connsiteX2" fmla="*/ 1060324 w 2147919"/>
              <a:gd name="connsiteY2" fmla="*/ 1620144 h 3197332"/>
              <a:gd name="connsiteX3" fmla="*/ 1753795 w 2147919"/>
              <a:gd name="connsiteY3" fmla="*/ 926673 h 3197332"/>
              <a:gd name="connsiteX4" fmla="*/ 1060324 w 2147919"/>
              <a:gd name="connsiteY4" fmla="*/ 233202 h 3197332"/>
              <a:gd name="connsiteX5" fmla="*/ 0 w 2147919"/>
              <a:gd name="connsiteY5" fmla="*/ 0 h 3197332"/>
              <a:gd name="connsiteX6" fmla="*/ 2147919 w 2147919"/>
              <a:gd name="connsiteY6" fmla="*/ 0 h 3197332"/>
              <a:gd name="connsiteX7" fmla="*/ 2147919 w 2147919"/>
              <a:gd name="connsiteY7" fmla="*/ 3197332 h 3197332"/>
              <a:gd name="connsiteX8" fmla="*/ 0 w 2147919"/>
              <a:gd name="connsiteY8" fmla="*/ 3197332 h 3197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47919" h="3197332">
                <a:moveTo>
                  <a:pt x="1060324" y="233202"/>
                </a:moveTo>
                <a:cubicBezTo>
                  <a:pt x="677331" y="233202"/>
                  <a:pt x="366853" y="543680"/>
                  <a:pt x="366853" y="926673"/>
                </a:cubicBezTo>
                <a:cubicBezTo>
                  <a:pt x="366853" y="1309666"/>
                  <a:pt x="677331" y="1620144"/>
                  <a:pt x="1060324" y="1620144"/>
                </a:cubicBezTo>
                <a:cubicBezTo>
                  <a:pt x="1443317" y="1620144"/>
                  <a:pt x="1753795" y="1309666"/>
                  <a:pt x="1753795" y="926673"/>
                </a:cubicBezTo>
                <a:cubicBezTo>
                  <a:pt x="1753795" y="543680"/>
                  <a:pt x="1443317" y="233202"/>
                  <a:pt x="1060324" y="233202"/>
                </a:cubicBezTo>
                <a:close/>
                <a:moveTo>
                  <a:pt x="0" y="0"/>
                </a:moveTo>
                <a:lnTo>
                  <a:pt x="2147919" y="0"/>
                </a:lnTo>
                <a:lnTo>
                  <a:pt x="2147919" y="3197332"/>
                </a:lnTo>
                <a:lnTo>
                  <a:pt x="0" y="319733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8" name="자유형: 도형 17">
            <a:extLst>
              <a:ext uri="{FF2B5EF4-FFF2-40B4-BE49-F238E27FC236}">
                <a16:creationId xmlns:a16="http://schemas.microsoft.com/office/drawing/2014/main" id="{BABFEE0A-9EC2-4DC3-8E16-EAD7F44F8A3B}"/>
              </a:ext>
            </a:extLst>
          </p:cNvPr>
          <p:cNvSpPr/>
          <p:nvPr/>
        </p:nvSpPr>
        <p:spPr>
          <a:xfrm>
            <a:off x="6135549" y="1491269"/>
            <a:ext cx="2147919" cy="3197332"/>
          </a:xfrm>
          <a:custGeom>
            <a:avLst/>
            <a:gdLst>
              <a:gd name="connsiteX0" fmla="*/ 1060324 w 2147919"/>
              <a:gd name="connsiteY0" fmla="*/ 233202 h 3197332"/>
              <a:gd name="connsiteX1" fmla="*/ 366853 w 2147919"/>
              <a:gd name="connsiteY1" fmla="*/ 926673 h 3197332"/>
              <a:gd name="connsiteX2" fmla="*/ 1060324 w 2147919"/>
              <a:gd name="connsiteY2" fmla="*/ 1620144 h 3197332"/>
              <a:gd name="connsiteX3" fmla="*/ 1753795 w 2147919"/>
              <a:gd name="connsiteY3" fmla="*/ 926673 h 3197332"/>
              <a:gd name="connsiteX4" fmla="*/ 1060324 w 2147919"/>
              <a:gd name="connsiteY4" fmla="*/ 233202 h 3197332"/>
              <a:gd name="connsiteX5" fmla="*/ 0 w 2147919"/>
              <a:gd name="connsiteY5" fmla="*/ 0 h 3197332"/>
              <a:gd name="connsiteX6" fmla="*/ 2147919 w 2147919"/>
              <a:gd name="connsiteY6" fmla="*/ 0 h 3197332"/>
              <a:gd name="connsiteX7" fmla="*/ 2147919 w 2147919"/>
              <a:gd name="connsiteY7" fmla="*/ 3197332 h 3197332"/>
              <a:gd name="connsiteX8" fmla="*/ 0 w 2147919"/>
              <a:gd name="connsiteY8" fmla="*/ 3197332 h 3197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47919" h="3197332">
                <a:moveTo>
                  <a:pt x="1060324" y="233202"/>
                </a:moveTo>
                <a:cubicBezTo>
                  <a:pt x="677331" y="233202"/>
                  <a:pt x="366853" y="543680"/>
                  <a:pt x="366853" y="926673"/>
                </a:cubicBezTo>
                <a:cubicBezTo>
                  <a:pt x="366853" y="1309666"/>
                  <a:pt x="677331" y="1620144"/>
                  <a:pt x="1060324" y="1620144"/>
                </a:cubicBezTo>
                <a:cubicBezTo>
                  <a:pt x="1443317" y="1620144"/>
                  <a:pt x="1753795" y="1309666"/>
                  <a:pt x="1753795" y="926673"/>
                </a:cubicBezTo>
                <a:cubicBezTo>
                  <a:pt x="1753795" y="543680"/>
                  <a:pt x="1443317" y="233202"/>
                  <a:pt x="1060324" y="233202"/>
                </a:cubicBezTo>
                <a:close/>
                <a:moveTo>
                  <a:pt x="0" y="0"/>
                </a:moveTo>
                <a:lnTo>
                  <a:pt x="2147919" y="0"/>
                </a:lnTo>
                <a:lnTo>
                  <a:pt x="2147919" y="3197332"/>
                </a:lnTo>
                <a:lnTo>
                  <a:pt x="0" y="319733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9" name="자유형: 도형 18">
            <a:extLst>
              <a:ext uri="{FF2B5EF4-FFF2-40B4-BE49-F238E27FC236}">
                <a16:creationId xmlns:a16="http://schemas.microsoft.com/office/drawing/2014/main" id="{C2C3754C-AB9B-47B9-A3AF-D8D968C355B6}"/>
              </a:ext>
            </a:extLst>
          </p:cNvPr>
          <p:cNvSpPr/>
          <p:nvPr/>
        </p:nvSpPr>
        <p:spPr>
          <a:xfrm>
            <a:off x="8463143" y="1491269"/>
            <a:ext cx="2147919" cy="3197332"/>
          </a:xfrm>
          <a:custGeom>
            <a:avLst/>
            <a:gdLst>
              <a:gd name="connsiteX0" fmla="*/ 1060324 w 2147919"/>
              <a:gd name="connsiteY0" fmla="*/ 233202 h 3197332"/>
              <a:gd name="connsiteX1" fmla="*/ 366853 w 2147919"/>
              <a:gd name="connsiteY1" fmla="*/ 926673 h 3197332"/>
              <a:gd name="connsiteX2" fmla="*/ 1060324 w 2147919"/>
              <a:gd name="connsiteY2" fmla="*/ 1620144 h 3197332"/>
              <a:gd name="connsiteX3" fmla="*/ 1753795 w 2147919"/>
              <a:gd name="connsiteY3" fmla="*/ 926673 h 3197332"/>
              <a:gd name="connsiteX4" fmla="*/ 1060324 w 2147919"/>
              <a:gd name="connsiteY4" fmla="*/ 233202 h 3197332"/>
              <a:gd name="connsiteX5" fmla="*/ 0 w 2147919"/>
              <a:gd name="connsiteY5" fmla="*/ 0 h 3197332"/>
              <a:gd name="connsiteX6" fmla="*/ 2147919 w 2147919"/>
              <a:gd name="connsiteY6" fmla="*/ 0 h 3197332"/>
              <a:gd name="connsiteX7" fmla="*/ 2147919 w 2147919"/>
              <a:gd name="connsiteY7" fmla="*/ 3197332 h 3197332"/>
              <a:gd name="connsiteX8" fmla="*/ 0 w 2147919"/>
              <a:gd name="connsiteY8" fmla="*/ 3197332 h 3197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47919" h="3197332">
                <a:moveTo>
                  <a:pt x="1060324" y="233202"/>
                </a:moveTo>
                <a:cubicBezTo>
                  <a:pt x="677331" y="233202"/>
                  <a:pt x="366853" y="543680"/>
                  <a:pt x="366853" y="926673"/>
                </a:cubicBezTo>
                <a:cubicBezTo>
                  <a:pt x="366853" y="1309666"/>
                  <a:pt x="677331" y="1620144"/>
                  <a:pt x="1060324" y="1620144"/>
                </a:cubicBezTo>
                <a:cubicBezTo>
                  <a:pt x="1443317" y="1620144"/>
                  <a:pt x="1753795" y="1309666"/>
                  <a:pt x="1753795" y="926673"/>
                </a:cubicBezTo>
                <a:cubicBezTo>
                  <a:pt x="1753795" y="543680"/>
                  <a:pt x="1443317" y="233202"/>
                  <a:pt x="1060324" y="233202"/>
                </a:cubicBezTo>
                <a:close/>
                <a:moveTo>
                  <a:pt x="0" y="0"/>
                </a:moveTo>
                <a:lnTo>
                  <a:pt x="2147919" y="0"/>
                </a:lnTo>
                <a:lnTo>
                  <a:pt x="2147919" y="3197332"/>
                </a:lnTo>
                <a:lnTo>
                  <a:pt x="0" y="319733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EA2D90F-F37D-425E-B8B3-B53287A0FF38}"/>
              </a:ext>
            </a:extLst>
          </p:cNvPr>
          <p:cNvSpPr/>
          <p:nvPr/>
        </p:nvSpPr>
        <p:spPr>
          <a:xfrm>
            <a:off x="1478996" y="484816"/>
            <a:ext cx="9131726" cy="8591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추가할 </a:t>
            </a:r>
            <a:r>
              <a:rPr lang="ko-KR" altLang="en-US" dirty="0" err="1"/>
              <a:t>슬라임을</a:t>
            </a:r>
            <a:r>
              <a:rPr lang="ko-KR" altLang="en-US" dirty="0"/>
              <a:t> 선택하세요</a:t>
            </a:r>
            <a:r>
              <a:rPr lang="en-US" altLang="ko-KR" dirty="0"/>
              <a:t>!</a:t>
            </a:r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7499F7C-51BE-45D2-982C-DEF3C0E88C6E}"/>
              </a:ext>
            </a:extLst>
          </p:cNvPr>
          <p:cNvSpPr txBox="1"/>
          <p:nvPr/>
        </p:nvSpPr>
        <p:spPr>
          <a:xfrm>
            <a:off x="1902443" y="3213696"/>
            <a:ext cx="1374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불 </a:t>
            </a:r>
            <a:r>
              <a:rPr lang="ko-KR" altLang="en-US" dirty="0" err="1"/>
              <a:t>슬라임</a:t>
            </a:r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8B773A8-5E78-4321-A237-811DF2DAC042}"/>
              </a:ext>
            </a:extLst>
          </p:cNvPr>
          <p:cNvSpPr txBox="1"/>
          <p:nvPr/>
        </p:nvSpPr>
        <p:spPr>
          <a:xfrm>
            <a:off x="4159804" y="3213696"/>
            <a:ext cx="1374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/>
              <a:t>물 </a:t>
            </a:r>
            <a:r>
              <a:rPr lang="ko-KR" altLang="en-US" dirty="0" err="1"/>
              <a:t>슬라임</a:t>
            </a:r>
            <a:endParaRPr lang="ko-KR" alt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51B499B-847F-40A1-A7B6-830E99C1356A}"/>
              </a:ext>
            </a:extLst>
          </p:cNvPr>
          <p:cNvSpPr txBox="1"/>
          <p:nvPr/>
        </p:nvSpPr>
        <p:spPr>
          <a:xfrm>
            <a:off x="6503082" y="3213696"/>
            <a:ext cx="1374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/>
              <a:t>풀 </a:t>
            </a:r>
            <a:r>
              <a:rPr lang="ko-KR" altLang="en-US" dirty="0" err="1"/>
              <a:t>슬라임</a:t>
            </a:r>
            <a:endParaRPr lang="ko-KR" alt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BDFEF0A-56F7-4385-97F5-60C3E0985F54}"/>
              </a:ext>
            </a:extLst>
          </p:cNvPr>
          <p:cNvSpPr txBox="1"/>
          <p:nvPr/>
        </p:nvSpPr>
        <p:spPr>
          <a:xfrm>
            <a:off x="8834086" y="3213696"/>
            <a:ext cx="14145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/>
              <a:t>번개 </a:t>
            </a:r>
            <a:r>
              <a:rPr lang="ko-KR" altLang="en-US" dirty="0" err="1"/>
              <a:t>슬라임</a:t>
            </a:r>
            <a:endParaRPr lang="ko-KR" altLang="en-US" dirty="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68A12421-FC9B-4E79-A87C-75B3B09B185B}"/>
              </a:ext>
            </a:extLst>
          </p:cNvPr>
          <p:cNvSpPr/>
          <p:nvPr/>
        </p:nvSpPr>
        <p:spPr>
          <a:xfrm>
            <a:off x="5498674" y="5780972"/>
            <a:ext cx="1086233" cy="3927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확인</a:t>
            </a: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3BF8B37E-60E7-46F2-858D-476E9CBF0565}"/>
              </a:ext>
            </a:extLst>
          </p:cNvPr>
          <p:cNvSpPr/>
          <p:nvPr/>
        </p:nvSpPr>
        <p:spPr>
          <a:xfrm>
            <a:off x="1877895" y="3952171"/>
            <a:ext cx="613691" cy="6136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아이콘</a:t>
            </a:r>
            <a:endParaRPr lang="ko-KR" altLang="en-US" sz="1050" dirty="0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6150C1B7-C323-41D6-AF0C-F5EA8F46BEA9}"/>
              </a:ext>
            </a:extLst>
          </p:cNvPr>
          <p:cNvSpPr/>
          <p:nvPr/>
        </p:nvSpPr>
        <p:spPr>
          <a:xfrm>
            <a:off x="2626599" y="3952171"/>
            <a:ext cx="613691" cy="6136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아이콘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877D0B0-51BF-420E-B235-3CC18F538EA6}"/>
              </a:ext>
            </a:extLst>
          </p:cNvPr>
          <p:cNvSpPr txBox="1"/>
          <p:nvPr/>
        </p:nvSpPr>
        <p:spPr>
          <a:xfrm>
            <a:off x="1901421" y="3629100"/>
            <a:ext cx="13746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하는 일</a:t>
            </a: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D3CFEE28-A587-4A7F-BE1E-04538CA70B27}"/>
              </a:ext>
            </a:extLst>
          </p:cNvPr>
          <p:cNvSpPr/>
          <p:nvPr/>
        </p:nvSpPr>
        <p:spPr>
          <a:xfrm>
            <a:off x="4147530" y="3926600"/>
            <a:ext cx="613691" cy="6136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아이콘</a:t>
            </a: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92B64514-E0A0-463C-ACA0-635BA733AE38}"/>
              </a:ext>
            </a:extLst>
          </p:cNvPr>
          <p:cNvSpPr/>
          <p:nvPr/>
        </p:nvSpPr>
        <p:spPr>
          <a:xfrm>
            <a:off x="4896234" y="3926600"/>
            <a:ext cx="613691" cy="6136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/>
              <a:t>아이콘</a:t>
            </a:r>
            <a:endParaRPr lang="ko-KR" altLang="en-US" sz="10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E4C0DAA-63E7-45C3-B65D-6E0B627014BB}"/>
              </a:ext>
            </a:extLst>
          </p:cNvPr>
          <p:cNvSpPr txBox="1"/>
          <p:nvPr/>
        </p:nvSpPr>
        <p:spPr>
          <a:xfrm>
            <a:off x="4171056" y="3603529"/>
            <a:ext cx="13746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하는 일</a:t>
            </a:r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7D733A16-5098-4DE7-ABA5-907999282600}"/>
              </a:ext>
            </a:extLst>
          </p:cNvPr>
          <p:cNvSpPr/>
          <p:nvPr/>
        </p:nvSpPr>
        <p:spPr>
          <a:xfrm>
            <a:off x="6516378" y="3926601"/>
            <a:ext cx="613691" cy="6136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아이콘</a:t>
            </a:r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B5F4C89F-4C49-45E0-A173-A63E8F8432D8}"/>
              </a:ext>
            </a:extLst>
          </p:cNvPr>
          <p:cNvSpPr/>
          <p:nvPr/>
        </p:nvSpPr>
        <p:spPr>
          <a:xfrm>
            <a:off x="7265082" y="3926601"/>
            <a:ext cx="613691" cy="6136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/>
              <a:t>아이콘</a:t>
            </a:r>
            <a:endParaRPr lang="ko-KR" altLang="en-US" sz="10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D3C2F1A-F525-4A09-AA1E-2D8270385A45}"/>
              </a:ext>
            </a:extLst>
          </p:cNvPr>
          <p:cNvSpPr txBox="1"/>
          <p:nvPr/>
        </p:nvSpPr>
        <p:spPr>
          <a:xfrm>
            <a:off x="6539904" y="3603530"/>
            <a:ext cx="13746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하는 일</a:t>
            </a: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429158E4-A38C-4E61-BF66-EE46EB74E020}"/>
              </a:ext>
            </a:extLst>
          </p:cNvPr>
          <p:cNvSpPr/>
          <p:nvPr/>
        </p:nvSpPr>
        <p:spPr>
          <a:xfrm>
            <a:off x="8842268" y="3908190"/>
            <a:ext cx="613691" cy="6136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/>
              <a:t>아이콘</a:t>
            </a:r>
            <a:endParaRPr lang="ko-KR" altLang="en-US" sz="1000" dirty="0"/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7460D3FA-1037-45A4-A4BB-5CF0955921F8}"/>
              </a:ext>
            </a:extLst>
          </p:cNvPr>
          <p:cNvSpPr/>
          <p:nvPr/>
        </p:nvSpPr>
        <p:spPr>
          <a:xfrm>
            <a:off x="9590972" y="3908190"/>
            <a:ext cx="613691" cy="6136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/>
              <a:t>아이콘</a:t>
            </a:r>
            <a:endParaRPr lang="ko-KR" altLang="en-US" sz="1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E1F4073-7D61-461A-8E3F-CF7549392852}"/>
              </a:ext>
            </a:extLst>
          </p:cNvPr>
          <p:cNvSpPr txBox="1"/>
          <p:nvPr/>
        </p:nvSpPr>
        <p:spPr>
          <a:xfrm>
            <a:off x="8865794" y="3585119"/>
            <a:ext cx="13746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하는 일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F8684ED0-B5DF-4A80-8B23-44A07B6772BE}"/>
              </a:ext>
            </a:extLst>
          </p:cNvPr>
          <p:cNvSpPr/>
          <p:nvPr/>
        </p:nvSpPr>
        <p:spPr>
          <a:xfrm>
            <a:off x="1477973" y="4810316"/>
            <a:ext cx="9131726" cy="8591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추천 </a:t>
            </a:r>
            <a:r>
              <a:rPr lang="ko-KR" altLang="en-US" dirty="0" err="1"/>
              <a:t>슬라임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공백최대</a:t>
            </a:r>
            <a:r>
              <a:rPr lang="en-US" altLang="ko-KR" dirty="0"/>
              <a:t>6</a:t>
            </a:r>
            <a:r>
              <a:rPr lang="ko-KR" altLang="en-US" dirty="0"/>
              <a:t>자</a:t>
            </a:r>
          </a:p>
        </p:txBody>
      </p:sp>
    </p:spTree>
    <p:extLst>
      <p:ext uri="{BB962C8B-B14F-4D97-AF65-F5344CB8AC3E}">
        <p14:creationId xmlns:p14="http://schemas.microsoft.com/office/powerpoint/2010/main" val="39965369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자유형: 도형 15">
            <a:extLst>
              <a:ext uri="{FF2B5EF4-FFF2-40B4-BE49-F238E27FC236}">
                <a16:creationId xmlns:a16="http://schemas.microsoft.com/office/drawing/2014/main" id="{BB6698C9-83B2-4AB2-9333-BE40CDAC0E97}"/>
              </a:ext>
            </a:extLst>
          </p:cNvPr>
          <p:cNvSpPr/>
          <p:nvPr/>
        </p:nvSpPr>
        <p:spPr>
          <a:xfrm>
            <a:off x="1480359" y="1491269"/>
            <a:ext cx="2147919" cy="3197332"/>
          </a:xfrm>
          <a:custGeom>
            <a:avLst/>
            <a:gdLst>
              <a:gd name="connsiteX0" fmla="*/ 1060324 w 2147919"/>
              <a:gd name="connsiteY0" fmla="*/ 233202 h 3197332"/>
              <a:gd name="connsiteX1" fmla="*/ 366853 w 2147919"/>
              <a:gd name="connsiteY1" fmla="*/ 926673 h 3197332"/>
              <a:gd name="connsiteX2" fmla="*/ 1060324 w 2147919"/>
              <a:gd name="connsiteY2" fmla="*/ 1620144 h 3197332"/>
              <a:gd name="connsiteX3" fmla="*/ 1753795 w 2147919"/>
              <a:gd name="connsiteY3" fmla="*/ 926673 h 3197332"/>
              <a:gd name="connsiteX4" fmla="*/ 1060324 w 2147919"/>
              <a:gd name="connsiteY4" fmla="*/ 233202 h 3197332"/>
              <a:gd name="connsiteX5" fmla="*/ 0 w 2147919"/>
              <a:gd name="connsiteY5" fmla="*/ 0 h 3197332"/>
              <a:gd name="connsiteX6" fmla="*/ 2147919 w 2147919"/>
              <a:gd name="connsiteY6" fmla="*/ 0 h 3197332"/>
              <a:gd name="connsiteX7" fmla="*/ 2147919 w 2147919"/>
              <a:gd name="connsiteY7" fmla="*/ 3197332 h 3197332"/>
              <a:gd name="connsiteX8" fmla="*/ 0 w 2147919"/>
              <a:gd name="connsiteY8" fmla="*/ 3197332 h 3197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47919" h="3197332">
                <a:moveTo>
                  <a:pt x="1060324" y="233202"/>
                </a:moveTo>
                <a:cubicBezTo>
                  <a:pt x="677331" y="233202"/>
                  <a:pt x="366853" y="543680"/>
                  <a:pt x="366853" y="926673"/>
                </a:cubicBezTo>
                <a:cubicBezTo>
                  <a:pt x="366853" y="1309666"/>
                  <a:pt x="677331" y="1620144"/>
                  <a:pt x="1060324" y="1620144"/>
                </a:cubicBezTo>
                <a:cubicBezTo>
                  <a:pt x="1443317" y="1620144"/>
                  <a:pt x="1753795" y="1309666"/>
                  <a:pt x="1753795" y="926673"/>
                </a:cubicBezTo>
                <a:cubicBezTo>
                  <a:pt x="1753795" y="543680"/>
                  <a:pt x="1443317" y="233202"/>
                  <a:pt x="1060324" y="233202"/>
                </a:cubicBezTo>
                <a:close/>
                <a:moveTo>
                  <a:pt x="0" y="0"/>
                </a:moveTo>
                <a:lnTo>
                  <a:pt x="2147919" y="0"/>
                </a:lnTo>
                <a:lnTo>
                  <a:pt x="2147919" y="3197332"/>
                </a:lnTo>
                <a:lnTo>
                  <a:pt x="0" y="319733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67A5749-427A-4E99-979B-4DD716F8CB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3718" y="1654067"/>
            <a:ext cx="1981198" cy="1320799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1EA000A0-590B-403B-A88A-E2F051952D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2029" y="1572453"/>
            <a:ext cx="2362200" cy="15748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26BCF004-930C-405C-8143-66230111B7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9206" y="1616905"/>
            <a:ext cx="1441450" cy="144145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0EA72FDB-908E-4BCB-985E-1CB8585C8CB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1275" y="1769845"/>
            <a:ext cx="1663700" cy="1109133"/>
          </a:xfrm>
          <a:prstGeom prst="rect">
            <a:avLst/>
          </a:prstGeom>
        </p:spPr>
      </p:pic>
      <p:sp>
        <p:nvSpPr>
          <p:cNvPr id="17" name="자유형: 도형 16">
            <a:extLst>
              <a:ext uri="{FF2B5EF4-FFF2-40B4-BE49-F238E27FC236}">
                <a16:creationId xmlns:a16="http://schemas.microsoft.com/office/drawing/2014/main" id="{EB3DA484-E378-4743-AFC5-DCF958866F6C}"/>
              </a:ext>
            </a:extLst>
          </p:cNvPr>
          <p:cNvSpPr/>
          <p:nvPr/>
        </p:nvSpPr>
        <p:spPr>
          <a:xfrm>
            <a:off x="3807954" y="1491269"/>
            <a:ext cx="2147919" cy="3197332"/>
          </a:xfrm>
          <a:custGeom>
            <a:avLst/>
            <a:gdLst>
              <a:gd name="connsiteX0" fmla="*/ 1060324 w 2147919"/>
              <a:gd name="connsiteY0" fmla="*/ 233202 h 3197332"/>
              <a:gd name="connsiteX1" fmla="*/ 366853 w 2147919"/>
              <a:gd name="connsiteY1" fmla="*/ 926673 h 3197332"/>
              <a:gd name="connsiteX2" fmla="*/ 1060324 w 2147919"/>
              <a:gd name="connsiteY2" fmla="*/ 1620144 h 3197332"/>
              <a:gd name="connsiteX3" fmla="*/ 1753795 w 2147919"/>
              <a:gd name="connsiteY3" fmla="*/ 926673 h 3197332"/>
              <a:gd name="connsiteX4" fmla="*/ 1060324 w 2147919"/>
              <a:gd name="connsiteY4" fmla="*/ 233202 h 3197332"/>
              <a:gd name="connsiteX5" fmla="*/ 0 w 2147919"/>
              <a:gd name="connsiteY5" fmla="*/ 0 h 3197332"/>
              <a:gd name="connsiteX6" fmla="*/ 2147919 w 2147919"/>
              <a:gd name="connsiteY6" fmla="*/ 0 h 3197332"/>
              <a:gd name="connsiteX7" fmla="*/ 2147919 w 2147919"/>
              <a:gd name="connsiteY7" fmla="*/ 3197332 h 3197332"/>
              <a:gd name="connsiteX8" fmla="*/ 0 w 2147919"/>
              <a:gd name="connsiteY8" fmla="*/ 3197332 h 3197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47919" h="3197332">
                <a:moveTo>
                  <a:pt x="1060324" y="233202"/>
                </a:moveTo>
                <a:cubicBezTo>
                  <a:pt x="677331" y="233202"/>
                  <a:pt x="366853" y="543680"/>
                  <a:pt x="366853" y="926673"/>
                </a:cubicBezTo>
                <a:cubicBezTo>
                  <a:pt x="366853" y="1309666"/>
                  <a:pt x="677331" y="1620144"/>
                  <a:pt x="1060324" y="1620144"/>
                </a:cubicBezTo>
                <a:cubicBezTo>
                  <a:pt x="1443317" y="1620144"/>
                  <a:pt x="1753795" y="1309666"/>
                  <a:pt x="1753795" y="926673"/>
                </a:cubicBezTo>
                <a:cubicBezTo>
                  <a:pt x="1753795" y="543680"/>
                  <a:pt x="1443317" y="233202"/>
                  <a:pt x="1060324" y="233202"/>
                </a:cubicBezTo>
                <a:close/>
                <a:moveTo>
                  <a:pt x="0" y="0"/>
                </a:moveTo>
                <a:lnTo>
                  <a:pt x="2147919" y="0"/>
                </a:lnTo>
                <a:lnTo>
                  <a:pt x="2147919" y="3197332"/>
                </a:lnTo>
                <a:lnTo>
                  <a:pt x="0" y="319733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8" name="자유형: 도형 17">
            <a:extLst>
              <a:ext uri="{FF2B5EF4-FFF2-40B4-BE49-F238E27FC236}">
                <a16:creationId xmlns:a16="http://schemas.microsoft.com/office/drawing/2014/main" id="{BABFEE0A-9EC2-4DC3-8E16-EAD7F44F8A3B}"/>
              </a:ext>
            </a:extLst>
          </p:cNvPr>
          <p:cNvSpPr/>
          <p:nvPr/>
        </p:nvSpPr>
        <p:spPr>
          <a:xfrm>
            <a:off x="6135549" y="1491269"/>
            <a:ext cx="2147919" cy="3197332"/>
          </a:xfrm>
          <a:custGeom>
            <a:avLst/>
            <a:gdLst>
              <a:gd name="connsiteX0" fmla="*/ 1060324 w 2147919"/>
              <a:gd name="connsiteY0" fmla="*/ 233202 h 3197332"/>
              <a:gd name="connsiteX1" fmla="*/ 366853 w 2147919"/>
              <a:gd name="connsiteY1" fmla="*/ 926673 h 3197332"/>
              <a:gd name="connsiteX2" fmla="*/ 1060324 w 2147919"/>
              <a:gd name="connsiteY2" fmla="*/ 1620144 h 3197332"/>
              <a:gd name="connsiteX3" fmla="*/ 1753795 w 2147919"/>
              <a:gd name="connsiteY3" fmla="*/ 926673 h 3197332"/>
              <a:gd name="connsiteX4" fmla="*/ 1060324 w 2147919"/>
              <a:gd name="connsiteY4" fmla="*/ 233202 h 3197332"/>
              <a:gd name="connsiteX5" fmla="*/ 0 w 2147919"/>
              <a:gd name="connsiteY5" fmla="*/ 0 h 3197332"/>
              <a:gd name="connsiteX6" fmla="*/ 2147919 w 2147919"/>
              <a:gd name="connsiteY6" fmla="*/ 0 h 3197332"/>
              <a:gd name="connsiteX7" fmla="*/ 2147919 w 2147919"/>
              <a:gd name="connsiteY7" fmla="*/ 3197332 h 3197332"/>
              <a:gd name="connsiteX8" fmla="*/ 0 w 2147919"/>
              <a:gd name="connsiteY8" fmla="*/ 3197332 h 3197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47919" h="3197332">
                <a:moveTo>
                  <a:pt x="1060324" y="233202"/>
                </a:moveTo>
                <a:cubicBezTo>
                  <a:pt x="677331" y="233202"/>
                  <a:pt x="366853" y="543680"/>
                  <a:pt x="366853" y="926673"/>
                </a:cubicBezTo>
                <a:cubicBezTo>
                  <a:pt x="366853" y="1309666"/>
                  <a:pt x="677331" y="1620144"/>
                  <a:pt x="1060324" y="1620144"/>
                </a:cubicBezTo>
                <a:cubicBezTo>
                  <a:pt x="1443317" y="1620144"/>
                  <a:pt x="1753795" y="1309666"/>
                  <a:pt x="1753795" y="926673"/>
                </a:cubicBezTo>
                <a:cubicBezTo>
                  <a:pt x="1753795" y="543680"/>
                  <a:pt x="1443317" y="233202"/>
                  <a:pt x="1060324" y="233202"/>
                </a:cubicBezTo>
                <a:close/>
                <a:moveTo>
                  <a:pt x="0" y="0"/>
                </a:moveTo>
                <a:lnTo>
                  <a:pt x="2147919" y="0"/>
                </a:lnTo>
                <a:lnTo>
                  <a:pt x="2147919" y="3197332"/>
                </a:lnTo>
                <a:lnTo>
                  <a:pt x="0" y="319733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9" name="자유형: 도형 18">
            <a:extLst>
              <a:ext uri="{FF2B5EF4-FFF2-40B4-BE49-F238E27FC236}">
                <a16:creationId xmlns:a16="http://schemas.microsoft.com/office/drawing/2014/main" id="{C2C3754C-AB9B-47B9-A3AF-D8D968C355B6}"/>
              </a:ext>
            </a:extLst>
          </p:cNvPr>
          <p:cNvSpPr/>
          <p:nvPr/>
        </p:nvSpPr>
        <p:spPr>
          <a:xfrm>
            <a:off x="8463143" y="1491269"/>
            <a:ext cx="2147919" cy="3197332"/>
          </a:xfrm>
          <a:custGeom>
            <a:avLst/>
            <a:gdLst>
              <a:gd name="connsiteX0" fmla="*/ 1060324 w 2147919"/>
              <a:gd name="connsiteY0" fmla="*/ 233202 h 3197332"/>
              <a:gd name="connsiteX1" fmla="*/ 366853 w 2147919"/>
              <a:gd name="connsiteY1" fmla="*/ 926673 h 3197332"/>
              <a:gd name="connsiteX2" fmla="*/ 1060324 w 2147919"/>
              <a:gd name="connsiteY2" fmla="*/ 1620144 h 3197332"/>
              <a:gd name="connsiteX3" fmla="*/ 1753795 w 2147919"/>
              <a:gd name="connsiteY3" fmla="*/ 926673 h 3197332"/>
              <a:gd name="connsiteX4" fmla="*/ 1060324 w 2147919"/>
              <a:gd name="connsiteY4" fmla="*/ 233202 h 3197332"/>
              <a:gd name="connsiteX5" fmla="*/ 0 w 2147919"/>
              <a:gd name="connsiteY5" fmla="*/ 0 h 3197332"/>
              <a:gd name="connsiteX6" fmla="*/ 2147919 w 2147919"/>
              <a:gd name="connsiteY6" fmla="*/ 0 h 3197332"/>
              <a:gd name="connsiteX7" fmla="*/ 2147919 w 2147919"/>
              <a:gd name="connsiteY7" fmla="*/ 3197332 h 3197332"/>
              <a:gd name="connsiteX8" fmla="*/ 0 w 2147919"/>
              <a:gd name="connsiteY8" fmla="*/ 3197332 h 3197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47919" h="3197332">
                <a:moveTo>
                  <a:pt x="1060324" y="233202"/>
                </a:moveTo>
                <a:cubicBezTo>
                  <a:pt x="677331" y="233202"/>
                  <a:pt x="366853" y="543680"/>
                  <a:pt x="366853" y="926673"/>
                </a:cubicBezTo>
                <a:cubicBezTo>
                  <a:pt x="366853" y="1309666"/>
                  <a:pt x="677331" y="1620144"/>
                  <a:pt x="1060324" y="1620144"/>
                </a:cubicBezTo>
                <a:cubicBezTo>
                  <a:pt x="1443317" y="1620144"/>
                  <a:pt x="1753795" y="1309666"/>
                  <a:pt x="1753795" y="926673"/>
                </a:cubicBezTo>
                <a:cubicBezTo>
                  <a:pt x="1753795" y="543680"/>
                  <a:pt x="1443317" y="233202"/>
                  <a:pt x="1060324" y="233202"/>
                </a:cubicBezTo>
                <a:close/>
                <a:moveTo>
                  <a:pt x="0" y="0"/>
                </a:moveTo>
                <a:lnTo>
                  <a:pt x="2147919" y="0"/>
                </a:lnTo>
                <a:lnTo>
                  <a:pt x="2147919" y="3197332"/>
                </a:lnTo>
                <a:lnTo>
                  <a:pt x="0" y="319733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EA2D90F-F37D-425E-B8B3-B53287A0FF38}"/>
              </a:ext>
            </a:extLst>
          </p:cNvPr>
          <p:cNvSpPr/>
          <p:nvPr/>
        </p:nvSpPr>
        <p:spPr>
          <a:xfrm>
            <a:off x="1478996" y="484816"/>
            <a:ext cx="9131726" cy="8591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추가할 </a:t>
            </a:r>
            <a:r>
              <a:rPr lang="ko-KR" altLang="en-US" dirty="0" err="1"/>
              <a:t>슬라임을</a:t>
            </a:r>
            <a:r>
              <a:rPr lang="ko-KR" altLang="en-US" dirty="0"/>
              <a:t> 선택하세요</a:t>
            </a:r>
            <a:r>
              <a:rPr lang="en-US" altLang="ko-KR" dirty="0"/>
              <a:t>!</a:t>
            </a:r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7499F7C-51BE-45D2-982C-DEF3C0E88C6E}"/>
              </a:ext>
            </a:extLst>
          </p:cNvPr>
          <p:cNvSpPr txBox="1"/>
          <p:nvPr/>
        </p:nvSpPr>
        <p:spPr>
          <a:xfrm>
            <a:off x="1902443" y="3213696"/>
            <a:ext cx="1374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불 </a:t>
            </a:r>
            <a:r>
              <a:rPr lang="ko-KR" altLang="en-US" dirty="0" err="1"/>
              <a:t>슬라임</a:t>
            </a:r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8B773A8-5E78-4321-A237-811DF2DAC042}"/>
              </a:ext>
            </a:extLst>
          </p:cNvPr>
          <p:cNvSpPr txBox="1"/>
          <p:nvPr/>
        </p:nvSpPr>
        <p:spPr>
          <a:xfrm>
            <a:off x="4159804" y="3213696"/>
            <a:ext cx="1374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/>
              <a:t>물 </a:t>
            </a:r>
            <a:r>
              <a:rPr lang="ko-KR" altLang="en-US" dirty="0" err="1"/>
              <a:t>슬라임</a:t>
            </a:r>
            <a:endParaRPr lang="ko-KR" alt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51B499B-847F-40A1-A7B6-830E99C1356A}"/>
              </a:ext>
            </a:extLst>
          </p:cNvPr>
          <p:cNvSpPr txBox="1"/>
          <p:nvPr/>
        </p:nvSpPr>
        <p:spPr>
          <a:xfrm>
            <a:off x="6503082" y="3213696"/>
            <a:ext cx="1374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/>
              <a:t>풀 </a:t>
            </a:r>
            <a:r>
              <a:rPr lang="ko-KR" altLang="en-US" dirty="0" err="1"/>
              <a:t>슬라임</a:t>
            </a:r>
            <a:endParaRPr lang="ko-KR" alt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BDFEF0A-56F7-4385-97F5-60C3E0985F54}"/>
              </a:ext>
            </a:extLst>
          </p:cNvPr>
          <p:cNvSpPr txBox="1"/>
          <p:nvPr/>
        </p:nvSpPr>
        <p:spPr>
          <a:xfrm>
            <a:off x="8834086" y="3213696"/>
            <a:ext cx="14145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/>
              <a:t>번개 </a:t>
            </a:r>
            <a:r>
              <a:rPr lang="ko-KR" altLang="en-US" dirty="0" err="1"/>
              <a:t>슬라임</a:t>
            </a:r>
            <a:endParaRPr lang="ko-KR" altLang="en-US" dirty="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68A12421-FC9B-4E79-A87C-75B3B09B185B}"/>
              </a:ext>
            </a:extLst>
          </p:cNvPr>
          <p:cNvSpPr/>
          <p:nvPr/>
        </p:nvSpPr>
        <p:spPr>
          <a:xfrm>
            <a:off x="5498674" y="5780972"/>
            <a:ext cx="1086233" cy="3927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확인</a:t>
            </a: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3BF8B37E-60E7-46F2-858D-476E9CBF0565}"/>
              </a:ext>
            </a:extLst>
          </p:cNvPr>
          <p:cNvSpPr/>
          <p:nvPr/>
        </p:nvSpPr>
        <p:spPr>
          <a:xfrm>
            <a:off x="1877895" y="3952171"/>
            <a:ext cx="613691" cy="6136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아이콘</a:t>
            </a:r>
            <a:endParaRPr lang="ko-KR" altLang="en-US" sz="1050" dirty="0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6150C1B7-C323-41D6-AF0C-F5EA8F46BEA9}"/>
              </a:ext>
            </a:extLst>
          </p:cNvPr>
          <p:cNvSpPr/>
          <p:nvPr/>
        </p:nvSpPr>
        <p:spPr>
          <a:xfrm>
            <a:off x="2626599" y="3952171"/>
            <a:ext cx="613691" cy="6136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아이콘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877D0B0-51BF-420E-B235-3CC18F538EA6}"/>
              </a:ext>
            </a:extLst>
          </p:cNvPr>
          <p:cNvSpPr txBox="1"/>
          <p:nvPr/>
        </p:nvSpPr>
        <p:spPr>
          <a:xfrm>
            <a:off x="1901421" y="3629100"/>
            <a:ext cx="13746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하는 일</a:t>
            </a: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D3CFEE28-A587-4A7F-BE1E-04538CA70B27}"/>
              </a:ext>
            </a:extLst>
          </p:cNvPr>
          <p:cNvSpPr/>
          <p:nvPr/>
        </p:nvSpPr>
        <p:spPr>
          <a:xfrm>
            <a:off x="4147530" y="3926600"/>
            <a:ext cx="613691" cy="6136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아이콘</a:t>
            </a: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92B64514-E0A0-463C-ACA0-635BA733AE38}"/>
              </a:ext>
            </a:extLst>
          </p:cNvPr>
          <p:cNvSpPr/>
          <p:nvPr/>
        </p:nvSpPr>
        <p:spPr>
          <a:xfrm>
            <a:off x="4896234" y="3926600"/>
            <a:ext cx="613691" cy="6136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/>
              <a:t>아이콘</a:t>
            </a:r>
            <a:endParaRPr lang="ko-KR" altLang="en-US" sz="10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E4C0DAA-63E7-45C3-B65D-6E0B627014BB}"/>
              </a:ext>
            </a:extLst>
          </p:cNvPr>
          <p:cNvSpPr txBox="1"/>
          <p:nvPr/>
        </p:nvSpPr>
        <p:spPr>
          <a:xfrm>
            <a:off x="4171056" y="3603529"/>
            <a:ext cx="13746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하는 일</a:t>
            </a:r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7D733A16-5098-4DE7-ABA5-907999282600}"/>
              </a:ext>
            </a:extLst>
          </p:cNvPr>
          <p:cNvSpPr/>
          <p:nvPr/>
        </p:nvSpPr>
        <p:spPr>
          <a:xfrm>
            <a:off x="6516378" y="3926601"/>
            <a:ext cx="613691" cy="6136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아이콘</a:t>
            </a:r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B5F4C89F-4C49-45E0-A173-A63E8F8432D8}"/>
              </a:ext>
            </a:extLst>
          </p:cNvPr>
          <p:cNvSpPr/>
          <p:nvPr/>
        </p:nvSpPr>
        <p:spPr>
          <a:xfrm>
            <a:off x="7265082" y="3926601"/>
            <a:ext cx="613691" cy="6136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/>
              <a:t>아이콘</a:t>
            </a:r>
            <a:endParaRPr lang="ko-KR" altLang="en-US" sz="10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D3C2F1A-F525-4A09-AA1E-2D8270385A45}"/>
              </a:ext>
            </a:extLst>
          </p:cNvPr>
          <p:cNvSpPr txBox="1"/>
          <p:nvPr/>
        </p:nvSpPr>
        <p:spPr>
          <a:xfrm>
            <a:off x="6539904" y="3603530"/>
            <a:ext cx="13746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하는 일</a:t>
            </a: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429158E4-A38C-4E61-BF66-EE46EB74E020}"/>
              </a:ext>
            </a:extLst>
          </p:cNvPr>
          <p:cNvSpPr/>
          <p:nvPr/>
        </p:nvSpPr>
        <p:spPr>
          <a:xfrm>
            <a:off x="8842268" y="3908190"/>
            <a:ext cx="613691" cy="6136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/>
              <a:t>아이콘</a:t>
            </a:r>
            <a:endParaRPr lang="ko-KR" altLang="en-US" sz="1000" dirty="0"/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7460D3FA-1037-45A4-A4BB-5CF0955921F8}"/>
              </a:ext>
            </a:extLst>
          </p:cNvPr>
          <p:cNvSpPr/>
          <p:nvPr/>
        </p:nvSpPr>
        <p:spPr>
          <a:xfrm>
            <a:off x="9590972" y="3908190"/>
            <a:ext cx="613691" cy="6136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/>
              <a:t>아이콘</a:t>
            </a:r>
            <a:endParaRPr lang="ko-KR" altLang="en-US" sz="1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E1F4073-7D61-461A-8E3F-CF7549392852}"/>
              </a:ext>
            </a:extLst>
          </p:cNvPr>
          <p:cNvSpPr txBox="1"/>
          <p:nvPr/>
        </p:nvSpPr>
        <p:spPr>
          <a:xfrm>
            <a:off x="8865794" y="3585119"/>
            <a:ext cx="13746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하는 일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F8684ED0-B5DF-4A80-8B23-44A07B6772BE}"/>
              </a:ext>
            </a:extLst>
          </p:cNvPr>
          <p:cNvSpPr/>
          <p:nvPr/>
        </p:nvSpPr>
        <p:spPr>
          <a:xfrm>
            <a:off x="1477973" y="4810316"/>
            <a:ext cx="9131726" cy="8591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추천 </a:t>
            </a:r>
            <a:r>
              <a:rPr lang="ko-KR" altLang="en-US" dirty="0" err="1"/>
              <a:t>슬라임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공백최대</a:t>
            </a:r>
            <a:r>
              <a:rPr lang="en-US" altLang="ko-KR" dirty="0"/>
              <a:t>6</a:t>
            </a:r>
            <a:r>
              <a:rPr lang="ko-KR" altLang="en-US" dirty="0"/>
              <a:t>자</a:t>
            </a:r>
          </a:p>
        </p:txBody>
      </p:sp>
    </p:spTree>
    <p:extLst>
      <p:ext uri="{BB962C8B-B14F-4D97-AF65-F5344CB8AC3E}">
        <p14:creationId xmlns:p14="http://schemas.microsoft.com/office/powerpoint/2010/main" val="9183133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자유형: 도형 15">
            <a:extLst>
              <a:ext uri="{FF2B5EF4-FFF2-40B4-BE49-F238E27FC236}">
                <a16:creationId xmlns:a16="http://schemas.microsoft.com/office/drawing/2014/main" id="{BB6698C9-83B2-4AB2-9333-BE40CDAC0E97}"/>
              </a:ext>
            </a:extLst>
          </p:cNvPr>
          <p:cNvSpPr/>
          <p:nvPr/>
        </p:nvSpPr>
        <p:spPr>
          <a:xfrm>
            <a:off x="1480359" y="1491269"/>
            <a:ext cx="2147919" cy="3197332"/>
          </a:xfrm>
          <a:custGeom>
            <a:avLst/>
            <a:gdLst>
              <a:gd name="connsiteX0" fmla="*/ 1060324 w 2147919"/>
              <a:gd name="connsiteY0" fmla="*/ 233202 h 3197332"/>
              <a:gd name="connsiteX1" fmla="*/ 366853 w 2147919"/>
              <a:gd name="connsiteY1" fmla="*/ 926673 h 3197332"/>
              <a:gd name="connsiteX2" fmla="*/ 1060324 w 2147919"/>
              <a:gd name="connsiteY2" fmla="*/ 1620144 h 3197332"/>
              <a:gd name="connsiteX3" fmla="*/ 1753795 w 2147919"/>
              <a:gd name="connsiteY3" fmla="*/ 926673 h 3197332"/>
              <a:gd name="connsiteX4" fmla="*/ 1060324 w 2147919"/>
              <a:gd name="connsiteY4" fmla="*/ 233202 h 3197332"/>
              <a:gd name="connsiteX5" fmla="*/ 0 w 2147919"/>
              <a:gd name="connsiteY5" fmla="*/ 0 h 3197332"/>
              <a:gd name="connsiteX6" fmla="*/ 2147919 w 2147919"/>
              <a:gd name="connsiteY6" fmla="*/ 0 h 3197332"/>
              <a:gd name="connsiteX7" fmla="*/ 2147919 w 2147919"/>
              <a:gd name="connsiteY7" fmla="*/ 3197332 h 3197332"/>
              <a:gd name="connsiteX8" fmla="*/ 0 w 2147919"/>
              <a:gd name="connsiteY8" fmla="*/ 3197332 h 3197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47919" h="3197332">
                <a:moveTo>
                  <a:pt x="1060324" y="233202"/>
                </a:moveTo>
                <a:cubicBezTo>
                  <a:pt x="677331" y="233202"/>
                  <a:pt x="366853" y="543680"/>
                  <a:pt x="366853" y="926673"/>
                </a:cubicBezTo>
                <a:cubicBezTo>
                  <a:pt x="366853" y="1309666"/>
                  <a:pt x="677331" y="1620144"/>
                  <a:pt x="1060324" y="1620144"/>
                </a:cubicBezTo>
                <a:cubicBezTo>
                  <a:pt x="1443317" y="1620144"/>
                  <a:pt x="1753795" y="1309666"/>
                  <a:pt x="1753795" y="926673"/>
                </a:cubicBezTo>
                <a:cubicBezTo>
                  <a:pt x="1753795" y="543680"/>
                  <a:pt x="1443317" y="233202"/>
                  <a:pt x="1060324" y="233202"/>
                </a:cubicBezTo>
                <a:close/>
                <a:moveTo>
                  <a:pt x="0" y="0"/>
                </a:moveTo>
                <a:lnTo>
                  <a:pt x="2147919" y="0"/>
                </a:lnTo>
                <a:lnTo>
                  <a:pt x="2147919" y="3197332"/>
                </a:lnTo>
                <a:lnTo>
                  <a:pt x="0" y="319733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67A5749-427A-4E99-979B-4DD716F8CB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3718" y="1654067"/>
            <a:ext cx="1981198" cy="1320799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1EA000A0-590B-403B-A88A-E2F051952D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2029" y="1572453"/>
            <a:ext cx="2362200" cy="15748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0EA72FDB-908E-4BCB-985E-1CB8585C8C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1275" y="1769845"/>
            <a:ext cx="1663700" cy="1109133"/>
          </a:xfrm>
          <a:prstGeom prst="rect">
            <a:avLst/>
          </a:prstGeom>
        </p:spPr>
      </p:pic>
      <p:sp>
        <p:nvSpPr>
          <p:cNvPr id="18" name="자유형: 도형 17">
            <a:extLst>
              <a:ext uri="{FF2B5EF4-FFF2-40B4-BE49-F238E27FC236}">
                <a16:creationId xmlns:a16="http://schemas.microsoft.com/office/drawing/2014/main" id="{BABFEE0A-9EC2-4DC3-8E16-EAD7F44F8A3B}"/>
              </a:ext>
            </a:extLst>
          </p:cNvPr>
          <p:cNvSpPr/>
          <p:nvPr/>
        </p:nvSpPr>
        <p:spPr>
          <a:xfrm>
            <a:off x="6135549" y="1491269"/>
            <a:ext cx="2147919" cy="3197332"/>
          </a:xfrm>
          <a:custGeom>
            <a:avLst/>
            <a:gdLst>
              <a:gd name="connsiteX0" fmla="*/ 1060324 w 2147919"/>
              <a:gd name="connsiteY0" fmla="*/ 233202 h 3197332"/>
              <a:gd name="connsiteX1" fmla="*/ 366853 w 2147919"/>
              <a:gd name="connsiteY1" fmla="*/ 926673 h 3197332"/>
              <a:gd name="connsiteX2" fmla="*/ 1060324 w 2147919"/>
              <a:gd name="connsiteY2" fmla="*/ 1620144 h 3197332"/>
              <a:gd name="connsiteX3" fmla="*/ 1753795 w 2147919"/>
              <a:gd name="connsiteY3" fmla="*/ 926673 h 3197332"/>
              <a:gd name="connsiteX4" fmla="*/ 1060324 w 2147919"/>
              <a:gd name="connsiteY4" fmla="*/ 233202 h 3197332"/>
              <a:gd name="connsiteX5" fmla="*/ 0 w 2147919"/>
              <a:gd name="connsiteY5" fmla="*/ 0 h 3197332"/>
              <a:gd name="connsiteX6" fmla="*/ 2147919 w 2147919"/>
              <a:gd name="connsiteY6" fmla="*/ 0 h 3197332"/>
              <a:gd name="connsiteX7" fmla="*/ 2147919 w 2147919"/>
              <a:gd name="connsiteY7" fmla="*/ 3197332 h 3197332"/>
              <a:gd name="connsiteX8" fmla="*/ 0 w 2147919"/>
              <a:gd name="connsiteY8" fmla="*/ 3197332 h 3197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47919" h="3197332">
                <a:moveTo>
                  <a:pt x="1060324" y="233202"/>
                </a:moveTo>
                <a:cubicBezTo>
                  <a:pt x="677331" y="233202"/>
                  <a:pt x="366853" y="543680"/>
                  <a:pt x="366853" y="926673"/>
                </a:cubicBezTo>
                <a:cubicBezTo>
                  <a:pt x="366853" y="1309666"/>
                  <a:pt x="677331" y="1620144"/>
                  <a:pt x="1060324" y="1620144"/>
                </a:cubicBezTo>
                <a:cubicBezTo>
                  <a:pt x="1443317" y="1620144"/>
                  <a:pt x="1753795" y="1309666"/>
                  <a:pt x="1753795" y="926673"/>
                </a:cubicBezTo>
                <a:cubicBezTo>
                  <a:pt x="1753795" y="543680"/>
                  <a:pt x="1443317" y="233202"/>
                  <a:pt x="1060324" y="233202"/>
                </a:cubicBezTo>
                <a:close/>
                <a:moveTo>
                  <a:pt x="0" y="0"/>
                </a:moveTo>
                <a:lnTo>
                  <a:pt x="2147919" y="0"/>
                </a:lnTo>
                <a:lnTo>
                  <a:pt x="2147919" y="3197332"/>
                </a:lnTo>
                <a:lnTo>
                  <a:pt x="0" y="319733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9" name="자유형: 도형 18">
            <a:extLst>
              <a:ext uri="{FF2B5EF4-FFF2-40B4-BE49-F238E27FC236}">
                <a16:creationId xmlns:a16="http://schemas.microsoft.com/office/drawing/2014/main" id="{C2C3754C-AB9B-47B9-A3AF-D8D968C355B6}"/>
              </a:ext>
            </a:extLst>
          </p:cNvPr>
          <p:cNvSpPr/>
          <p:nvPr/>
        </p:nvSpPr>
        <p:spPr>
          <a:xfrm>
            <a:off x="8463143" y="1491269"/>
            <a:ext cx="2147919" cy="3197332"/>
          </a:xfrm>
          <a:custGeom>
            <a:avLst/>
            <a:gdLst>
              <a:gd name="connsiteX0" fmla="*/ 1060324 w 2147919"/>
              <a:gd name="connsiteY0" fmla="*/ 233202 h 3197332"/>
              <a:gd name="connsiteX1" fmla="*/ 366853 w 2147919"/>
              <a:gd name="connsiteY1" fmla="*/ 926673 h 3197332"/>
              <a:gd name="connsiteX2" fmla="*/ 1060324 w 2147919"/>
              <a:gd name="connsiteY2" fmla="*/ 1620144 h 3197332"/>
              <a:gd name="connsiteX3" fmla="*/ 1753795 w 2147919"/>
              <a:gd name="connsiteY3" fmla="*/ 926673 h 3197332"/>
              <a:gd name="connsiteX4" fmla="*/ 1060324 w 2147919"/>
              <a:gd name="connsiteY4" fmla="*/ 233202 h 3197332"/>
              <a:gd name="connsiteX5" fmla="*/ 0 w 2147919"/>
              <a:gd name="connsiteY5" fmla="*/ 0 h 3197332"/>
              <a:gd name="connsiteX6" fmla="*/ 2147919 w 2147919"/>
              <a:gd name="connsiteY6" fmla="*/ 0 h 3197332"/>
              <a:gd name="connsiteX7" fmla="*/ 2147919 w 2147919"/>
              <a:gd name="connsiteY7" fmla="*/ 3197332 h 3197332"/>
              <a:gd name="connsiteX8" fmla="*/ 0 w 2147919"/>
              <a:gd name="connsiteY8" fmla="*/ 3197332 h 3197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47919" h="3197332">
                <a:moveTo>
                  <a:pt x="1060324" y="233202"/>
                </a:moveTo>
                <a:cubicBezTo>
                  <a:pt x="677331" y="233202"/>
                  <a:pt x="366853" y="543680"/>
                  <a:pt x="366853" y="926673"/>
                </a:cubicBezTo>
                <a:cubicBezTo>
                  <a:pt x="366853" y="1309666"/>
                  <a:pt x="677331" y="1620144"/>
                  <a:pt x="1060324" y="1620144"/>
                </a:cubicBezTo>
                <a:cubicBezTo>
                  <a:pt x="1443317" y="1620144"/>
                  <a:pt x="1753795" y="1309666"/>
                  <a:pt x="1753795" y="926673"/>
                </a:cubicBezTo>
                <a:cubicBezTo>
                  <a:pt x="1753795" y="543680"/>
                  <a:pt x="1443317" y="233202"/>
                  <a:pt x="1060324" y="233202"/>
                </a:cubicBezTo>
                <a:close/>
                <a:moveTo>
                  <a:pt x="0" y="0"/>
                </a:moveTo>
                <a:lnTo>
                  <a:pt x="2147919" y="0"/>
                </a:lnTo>
                <a:lnTo>
                  <a:pt x="2147919" y="3197332"/>
                </a:lnTo>
                <a:lnTo>
                  <a:pt x="0" y="319733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EA2D90F-F37D-425E-B8B3-B53287A0FF38}"/>
              </a:ext>
            </a:extLst>
          </p:cNvPr>
          <p:cNvSpPr/>
          <p:nvPr/>
        </p:nvSpPr>
        <p:spPr>
          <a:xfrm>
            <a:off x="1478996" y="484816"/>
            <a:ext cx="9131726" cy="8591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추가할 </a:t>
            </a:r>
            <a:r>
              <a:rPr lang="ko-KR" altLang="en-US" dirty="0" err="1"/>
              <a:t>슬라임을</a:t>
            </a:r>
            <a:r>
              <a:rPr lang="ko-KR" altLang="en-US" dirty="0"/>
              <a:t> 선택하세요</a:t>
            </a:r>
            <a:r>
              <a:rPr lang="en-US" altLang="ko-KR" dirty="0"/>
              <a:t>!</a:t>
            </a:r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7499F7C-51BE-45D2-982C-DEF3C0E88C6E}"/>
              </a:ext>
            </a:extLst>
          </p:cNvPr>
          <p:cNvSpPr txBox="1"/>
          <p:nvPr/>
        </p:nvSpPr>
        <p:spPr>
          <a:xfrm>
            <a:off x="1902443" y="3213696"/>
            <a:ext cx="1374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불 </a:t>
            </a:r>
            <a:r>
              <a:rPr lang="ko-KR" altLang="en-US" dirty="0" err="1"/>
              <a:t>슬라임</a:t>
            </a:r>
            <a:endParaRPr lang="ko-KR" alt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51B499B-847F-40A1-A7B6-830E99C1356A}"/>
              </a:ext>
            </a:extLst>
          </p:cNvPr>
          <p:cNvSpPr txBox="1"/>
          <p:nvPr/>
        </p:nvSpPr>
        <p:spPr>
          <a:xfrm>
            <a:off x="6503082" y="3213696"/>
            <a:ext cx="1374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/>
              <a:t>풀 </a:t>
            </a:r>
            <a:r>
              <a:rPr lang="ko-KR" altLang="en-US" dirty="0" err="1"/>
              <a:t>슬라임</a:t>
            </a:r>
            <a:endParaRPr lang="ko-KR" alt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BDFEF0A-56F7-4385-97F5-60C3E0985F54}"/>
              </a:ext>
            </a:extLst>
          </p:cNvPr>
          <p:cNvSpPr txBox="1"/>
          <p:nvPr/>
        </p:nvSpPr>
        <p:spPr>
          <a:xfrm>
            <a:off x="8834086" y="3213696"/>
            <a:ext cx="14145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/>
              <a:t>번개 </a:t>
            </a:r>
            <a:r>
              <a:rPr lang="ko-KR" altLang="en-US" dirty="0" err="1"/>
              <a:t>슬라임</a:t>
            </a:r>
            <a:endParaRPr lang="ko-KR" altLang="en-US" dirty="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68A12421-FC9B-4E79-A87C-75B3B09B185B}"/>
              </a:ext>
            </a:extLst>
          </p:cNvPr>
          <p:cNvSpPr/>
          <p:nvPr/>
        </p:nvSpPr>
        <p:spPr>
          <a:xfrm>
            <a:off x="5498674" y="5780972"/>
            <a:ext cx="1086233" cy="3927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확인</a:t>
            </a: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3BF8B37E-60E7-46F2-858D-476E9CBF0565}"/>
              </a:ext>
            </a:extLst>
          </p:cNvPr>
          <p:cNvSpPr/>
          <p:nvPr/>
        </p:nvSpPr>
        <p:spPr>
          <a:xfrm>
            <a:off x="1877895" y="3952171"/>
            <a:ext cx="613691" cy="6136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아이콘</a:t>
            </a:r>
            <a:endParaRPr lang="ko-KR" altLang="en-US" sz="1050" dirty="0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6150C1B7-C323-41D6-AF0C-F5EA8F46BEA9}"/>
              </a:ext>
            </a:extLst>
          </p:cNvPr>
          <p:cNvSpPr/>
          <p:nvPr/>
        </p:nvSpPr>
        <p:spPr>
          <a:xfrm>
            <a:off x="2626599" y="3952171"/>
            <a:ext cx="613691" cy="6136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아이콘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877D0B0-51BF-420E-B235-3CC18F538EA6}"/>
              </a:ext>
            </a:extLst>
          </p:cNvPr>
          <p:cNvSpPr txBox="1"/>
          <p:nvPr/>
        </p:nvSpPr>
        <p:spPr>
          <a:xfrm>
            <a:off x="1901421" y="3629100"/>
            <a:ext cx="13746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하는 일</a:t>
            </a:r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7D733A16-5098-4DE7-ABA5-907999282600}"/>
              </a:ext>
            </a:extLst>
          </p:cNvPr>
          <p:cNvSpPr/>
          <p:nvPr/>
        </p:nvSpPr>
        <p:spPr>
          <a:xfrm>
            <a:off x="6516378" y="3926601"/>
            <a:ext cx="613691" cy="6136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아이콘</a:t>
            </a:r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B5F4C89F-4C49-45E0-A173-A63E8F8432D8}"/>
              </a:ext>
            </a:extLst>
          </p:cNvPr>
          <p:cNvSpPr/>
          <p:nvPr/>
        </p:nvSpPr>
        <p:spPr>
          <a:xfrm>
            <a:off x="7265082" y="3926601"/>
            <a:ext cx="613691" cy="6136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/>
              <a:t>아이콘</a:t>
            </a:r>
            <a:endParaRPr lang="ko-KR" altLang="en-US" sz="10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D3C2F1A-F525-4A09-AA1E-2D8270385A45}"/>
              </a:ext>
            </a:extLst>
          </p:cNvPr>
          <p:cNvSpPr txBox="1"/>
          <p:nvPr/>
        </p:nvSpPr>
        <p:spPr>
          <a:xfrm>
            <a:off x="6539904" y="3603530"/>
            <a:ext cx="13746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하는 일</a:t>
            </a: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429158E4-A38C-4E61-BF66-EE46EB74E020}"/>
              </a:ext>
            </a:extLst>
          </p:cNvPr>
          <p:cNvSpPr/>
          <p:nvPr/>
        </p:nvSpPr>
        <p:spPr>
          <a:xfrm>
            <a:off x="8842268" y="3908190"/>
            <a:ext cx="613691" cy="6136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/>
              <a:t>아이콘</a:t>
            </a:r>
            <a:endParaRPr lang="ko-KR" altLang="en-US" sz="1000" dirty="0"/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7460D3FA-1037-45A4-A4BB-5CF0955921F8}"/>
              </a:ext>
            </a:extLst>
          </p:cNvPr>
          <p:cNvSpPr/>
          <p:nvPr/>
        </p:nvSpPr>
        <p:spPr>
          <a:xfrm>
            <a:off x="9590972" y="3908190"/>
            <a:ext cx="613691" cy="6136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/>
              <a:t>아이콘</a:t>
            </a:r>
            <a:endParaRPr lang="ko-KR" altLang="en-US" sz="1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E1F4073-7D61-461A-8E3F-CF7549392852}"/>
              </a:ext>
            </a:extLst>
          </p:cNvPr>
          <p:cNvSpPr txBox="1"/>
          <p:nvPr/>
        </p:nvSpPr>
        <p:spPr>
          <a:xfrm>
            <a:off x="8865794" y="3585119"/>
            <a:ext cx="13746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하는 일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F8684ED0-B5DF-4A80-8B23-44A07B6772BE}"/>
              </a:ext>
            </a:extLst>
          </p:cNvPr>
          <p:cNvSpPr/>
          <p:nvPr/>
        </p:nvSpPr>
        <p:spPr>
          <a:xfrm>
            <a:off x="1477973" y="4810316"/>
            <a:ext cx="9131726" cy="8591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추천 </a:t>
            </a:r>
            <a:r>
              <a:rPr lang="ko-KR" altLang="en-US" dirty="0" err="1"/>
              <a:t>슬라임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공백최대</a:t>
            </a:r>
            <a:r>
              <a:rPr lang="en-US" altLang="ko-KR" dirty="0"/>
              <a:t>6</a:t>
            </a:r>
            <a:r>
              <a:rPr lang="ko-KR" altLang="en-US" dirty="0"/>
              <a:t>자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97343DA9-9D32-49C4-A7B6-830FD9C39DF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26BCF004-930C-405C-8143-66230111B74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9206" y="1616905"/>
            <a:ext cx="1441450" cy="1441450"/>
          </a:xfrm>
          <a:prstGeom prst="rect">
            <a:avLst/>
          </a:prstGeom>
        </p:spPr>
      </p:pic>
      <p:sp>
        <p:nvSpPr>
          <p:cNvPr id="17" name="자유형: 도형 16">
            <a:extLst>
              <a:ext uri="{FF2B5EF4-FFF2-40B4-BE49-F238E27FC236}">
                <a16:creationId xmlns:a16="http://schemas.microsoft.com/office/drawing/2014/main" id="{EB3DA484-E378-4743-AFC5-DCF958866F6C}"/>
              </a:ext>
            </a:extLst>
          </p:cNvPr>
          <p:cNvSpPr/>
          <p:nvPr/>
        </p:nvSpPr>
        <p:spPr>
          <a:xfrm>
            <a:off x="3807954" y="1491269"/>
            <a:ext cx="2147919" cy="3197332"/>
          </a:xfrm>
          <a:custGeom>
            <a:avLst/>
            <a:gdLst>
              <a:gd name="connsiteX0" fmla="*/ 1060324 w 2147919"/>
              <a:gd name="connsiteY0" fmla="*/ 233202 h 3197332"/>
              <a:gd name="connsiteX1" fmla="*/ 366853 w 2147919"/>
              <a:gd name="connsiteY1" fmla="*/ 926673 h 3197332"/>
              <a:gd name="connsiteX2" fmla="*/ 1060324 w 2147919"/>
              <a:gd name="connsiteY2" fmla="*/ 1620144 h 3197332"/>
              <a:gd name="connsiteX3" fmla="*/ 1753795 w 2147919"/>
              <a:gd name="connsiteY3" fmla="*/ 926673 h 3197332"/>
              <a:gd name="connsiteX4" fmla="*/ 1060324 w 2147919"/>
              <a:gd name="connsiteY4" fmla="*/ 233202 h 3197332"/>
              <a:gd name="connsiteX5" fmla="*/ 0 w 2147919"/>
              <a:gd name="connsiteY5" fmla="*/ 0 h 3197332"/>
              <a:gd name="connsiteX6" fmla="*/ 2147919 w 2147919"/>
              <a:gd name="connsiteY6" fmla="*/ 0 h 3197332"/>
              <a:gd name="connsiteX7" fmla="*/ 2147919 w 2147919"/>
              <a:gd name="connsiteY7" fmla="*/ 3197332 h 3197332"/>
              <a:gd name="connsiteX8" fmla="*/ 0 w 2147919"/>
              <a:gd name="connsiteY8" fmla="*/ 3197332 h 3197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47919" h="3197332">
                <a:moveTo>
                  <a:pt x="1060324" y="233202"/>
                </a:moveTo>
                <a:cubicBezTo>
                  <a:pt x="677331" y="233202"/>
                  <a:pt x="366853" y="543680"/>
                  <a:pt x="366853" y="926673"/>
                </a:cubicBezTo>
                <a:cubicBezTo>
                  <a:pt x="366853" y="1309666"/>
                  <a:pt x="677331" y="1620144"/>
                  <a:pt x="1060324" y="1620144"/>
                </a:cubicBezTo>
                <a:cubicBezTo>
                  <a:pt x="1443317" y="1620144"/>
                  <a:pt x="1753795" y="1309666"/>
                  <a:pt x="1753795" y="926673"/>
                </a:cubicBezTo>
                <a:cubicBezTo>
                  <a:pt x="1753795" y="543680"/>
                  <a:pt x="1443317" y="233202"/>
                  <a:pt x="1060324" y="233202"/>
                </a:cubicBezTo>
                <a:close/>
                <a:moveTo>
                  <a:pt x="0" y="0"/>
                </a:moveTo>
                <a:lnTo>
                  <a:pt x="2147919" y="0"/>
                </a:lnTo>
                <a:lnTo>
                  <a:pt x="2147919" y="3197332"/>
                </a:lnTo>
                <a:lnTo>
                  <a:pt x="0" y="319733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8B773A8-5E78-4321-A237-811DF2DAC042}"/>
              </a:ext>
            </a:extLst>
          </p:cNvPr>
          <p:cNvSpPr txBox="1"/>
          <p:nvPr/>
        </p:nvSpPr>
        <p:spPr>
          <a:xfrm>
            <a:off x="4159804" y="3213696"/>
            <a:ext cx="1374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/>
              <a:t>물 </a:t>
            </a:r>
            <a:r>
              <a:rPr lang="ko-KR" altLang="en-US" dirty="0" err="1"/>
              <a:t>슬라임</a:t>
            </a:r>
            <a:endParaRPr lang="ko-KR" altLang="en-US" dirty="0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D3CFEE28-A587-4A7F-BE1E-04538CA70B27}"/>
              </a:ext>
            </a:extLst>
          </p:cNvPr>
          <p:cNvSpPr/>
          <p:nvPr/>
        </p:nvSpPr>
        <p:spPr>
          <a:xfrm>
            <a:off x="4147530" y="3926600"/>
            <a:ext cx="613691" cy="6136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아이콘</a:t>
            </a: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92B64514-E0A0-463C-ACA0-635BA733AE38}"/>
              </a:ext>
            </a:extLst>
          </p:cNvPr>
          <p:cNvSpPr/>
          <p:nvPr/>
        </p:nvSpPr>
        <p:spPr>
          <a:xfrm>
            <a:off x="4896234" y="3926600"/>
            <a:ext cx="613691" cy="6136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/>
              <a:t>아이콘</a:t>
            </a:r>
            <a:endParaRPr lang="ko-KR" altLang="en-US" sz="10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E4C0DAA-63E7-45C3-B65D-6E0B627014BB}"/>
              </a:ext>
            </a:extLst>
          </p:cNvPr>
          <p:cNvSpPr txBox="1"/>
          <p:nvPr/>
        </p:nvSpPr>
        <p:spPr>
          <a:xfrm>
            <a:off x="4171056" y="3603529"/>
            <a:ext cx="13746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하는 일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6F60B7CD-D161-46FC-BC1B-4335E7AF76F6}"/>
              </a:ext>
            </a:extLst>
          </p:cNvPr>
          <p:cNvSpPr/>
          <p:nvPr/>
        </p:nvSpPr>
        <p:spPr>
          <a:xfrm>
            <a:off x="6664820" y="1787886"/>
            <a:ext cx="2821825" cy="105247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lang="ko-KR" altLang="en-US" sz="1200" dirty="0">
                <a:solidFill>
                  <a:schemeClr val="tx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캐릭터 선택 시</a:t>
            </a:r>
            <a:br>
              <a:rPr lang="en-US" altLang="ko-KR" sz="1200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</a:br>
            <a:r>
              <a:rPr lang="en-US" altLang="ko-KR" sz="1200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- </a:t>
            </a:r>
            <a:r>
              <a:rPr lang="ko-KR" altLang="en-US" sz="1200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해당 버튼 클릭 시 흰색 테두리로 강조</a:t>
            </a:r>
            <a:endParaRPr lang="en-US" altLang="ko-KR" sz="1200" dirty="0">
              <a:solidFill>
                <a:srgbClr val="FF0000"/>
              </a:solidFill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785109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440</Words>
  <Application>Microsoft Office PowerPoint</Application>
  <PresentationFormat>와이드스크린</PresentationFormat>
  <Paragraphs>120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0" baseType="lpstr">
      <vt:lpstr>Pretendard ExtraBold</vt:lpstr>
      <vt:lpstr>Pretendard Medium</vt:lpstr>
      <vt:lpstr>맑은 고딕</vt:lpstr>
      <vt:lpstr>Arial</vt:lpstr>
      <vt:lpstr>Office 테마</vt:lpstr>
      <vt:lpstr>추가본</vt:lpstr>
      <vt:lpstr>추가 사항</vt:lpstr>
      <vt:lpstr>메인 화면</vt:lpstr>
      <vt:lpstr>화면 전개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추가본</dc:title>
  <dc:creator>mattew9414@naver.com</dc:creator>
  <cp:lastModifiedBy>mattew9414@naver.com</cp:lastModifiedBy>
  <cp:revision>1</cp:revision>
  <dcterms:created xsi:type="dcterms:W3CDTF">2026-08-01T12:00:58Z</dcterms:created>
  <dcterms:modified xsi:type="dcterms:W3CDTF">2026-08-01T12:00:58Z</dcterms:modified>
</cp:coreProperties>
</file>